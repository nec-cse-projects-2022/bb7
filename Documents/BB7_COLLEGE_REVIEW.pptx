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80" r:id="rId2"/>
    <p:sldId id="258" r:id="rId3"/>
    <p:sldId id="260" r:id="rId4"/>
    <p:sldId id="262" r:id="rId5"/>
    <p:sldId id="279" r:id="rId6"/>
    <p:sldId id="263" r:id="rId7"/>
    <p:sldId id="291" r:id="rId8"/>
    <p:sldId id="265" r:id="rId9"/>
    <p:sldId id="270" r:id="rId10"/>
    <p:sldId id="266" r:id="rId11"/>
    <p:sldId id="269" r:id="rId12"/>
    <p:sldId id="268" r:id="rId13"/>
    <p:sldId id="281" r:id="rId14"/>
    <p:sldId id="284" r:id="rId15"/>
    <p:sldId id="285" r:id="rId16"/>
    <p:sldId id="289" r:id="rId17"/>
    <p:sldId id="286" r:id="rId18"/>
    <p:sldId id="287" r:id="rId19"/>
    <p:sldId id="288" r:id="rId20"/>
    <p:sldId id="278" r:id="rId21"/>
    <p:sldId id="290" r:id="rId22"/>
    <p:sldId id="275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8520384-AF8C-49A8-8FE3-F5CDD2A9BDF3}">
          <p14:sldIdLst>
            <p14:sldId id="280"/>
            <p14:sldId id="258"/>
            <p14:sldId id="260"/>
            <p14:sldId id="262"/>
            <p14:sldId id="279"/>
            <p14:sldId id="263"/>
            <p14:sldId id="291"/>
            <p14:sldId id="265"/>
            <p14:sldId id="270"/>
            <p14:sldId id="266"/>
            <p14:sldId id="269"/>
            <p14:sldId id="268"/>
            <p14:sldId id="281"/>
            <p14:sldId id="284"/>
            <p14:sldId id="285"/>
            <p14:sldId id="289"/>
            <p14:sldId id="286"/>
          </p14:sldIdLst>
        </p14:section>
        <p14:section name="Untitled Section" id="{2DC1DCD1-FCBA-4DDF-B1D8-E1F1F9B2BCC3}">
          <p14:sldIdLst>
            <p14:sldId id="287"/>
            <p14:sldId id="288"/>
            <p14:sldId id="278"/>
            <p14:sldId id="290"/>
            <p14:sldId id="275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61" autoAdjust="0"/>
    <p:restoredTop sz="94660"/>
  </p:normalViewPr>
  <p:slideViewPr>
    <p:cSldViewPr snapToGrid="0">
      <p:cViewPr varScale="1">
        <p:scale>
          <a:sx n="96" d="100"/>
          <a:sy n="96" d="100"/>
        </p:scale>
        <p:origin x="42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hu Nayeem" userId="ece531d7f3a84b62" providerId="LiveId" clId="{3881FDCD-145E-495D-8D12-BE9F2C2C9EBC}"/>
    <pc:docChg chg="undo custSel addSld delSld modSld sldOrd modSection">
      <pc:chgData name="Arshu Nayeem" userId="ece531d7f3a84b62" providerId="LiveId" clId="{3881FDCD-145E-495D-8D12-BE9F2C2C9EBC}" dt="2025-12-04T16:00:00.439" v="753" actId="1076"/>
      <pc:docMkLst>
        <pc:docMk/>
      </pc:docMkLst>
      <pc:sldChg chg="modSp mod">
        <pc:chgData name="Arshu Nayeem" userId="ece531d7f3a84b62" providerId="LiveId" clId="{3881FDCD-145E-495D-8D12-BE9F2C2C9EBC}" dt="2025-11-12T04:51:47.223" v="227" actId="20577"/>
        <pc:sldMkLst>
          <pc:docMk/>
          <pc:sldMk cId="1769691040" sldId="258"/>
        </pc:sldMkLst>
        <pc:spChg chg="mod">
          <ac:chgData name="Arshu Nayeem" userId="ece531d7f3a84b62" providerId="LiveId" clId="{3881FDCD-145E-495D-8D12-BE9F2C2C9EBC}" dt="2025-11-12T04:51:47.223" v="227" actId="20577"/>
          <ac:spMkLst>
            <pc:docMk/>
            <pc:sldMk cId="1769691040" sldId="258"/>
            <ac:spMk id="3" creationId="{036A7BC5-E2C5-B866-376E-2136F399CE12}"/>
          </ac:spMkLst>
        </pc:spChg>
      </pc:sldChg>
      <pc:sldChg chg="modSp mod">
        <pc:chgData name="Arshu Nayeem" userId="ece531d7f3a84b62" providerId="LiveId" clId="{3881FDCD-145E-495D-8D12-BE9F2C2C9EBC}" dt="2025-11-12T05:05:46.879" v="239" actId="20577"/>
        <pc:sldMkLst>
          <pc:docMk/>
          <pc:sldMk cId="3006752629" sldId="260"/>
        </pc:sldMkLst>
        <pc:spChg chg="mod">
          <ac:chgData name="Arshu Nayeem" userId="ece531d7f3a84b62" providerId="LiveId" clId="{3881FDCD-145E-495D-8D12-BE9F2C2C9EBC}" dt="2025-11-12T05:05:46.879" v="239" actId="20577"/>
          <ac:spMkLst>
            <pc:docMk/>
            <pc:sldMk cId="3006752629" sldId="260"/>
            <ac:spMk id="3" creationId="{0BF6A06A-AB34-B643-BCA7-915CF97DC051}"/>
          </ac:spMkLst>
        </pc:spChg>
      </pc:sldChg>
      <pc:sldChg chg="modSp mod modAnim">
        <pc:chgData name="Arshu Nayeem" userId="ece531d7f3a84b62" providerId="LiveId" clId="{3881FDCD-145E-495D-8D12-BE9F2C2C9EBC}" dt="2025-11-12T05:05:59.300" v="241" actId="20577"/>
        <pc:sldMkLst>
          <pc:docMk/>
          <pc:sldMk cId="1369108918" sldId="262"/>
        </pc:sldMkLst>
        <pc:spChg chg="mod">
          <ac:chgData name="Arshu Nayeem" userId="ece531d7f3a84b62" providerId="LiveId" clId="{3881FDCD-145E-495D-8D12-BE9F2C2C9EBC}" dt="2025-11-12T05:05:59.300" v="241" actId="20577"/>
          <ac:spMkLst>
            <pc:docMk/>
            <pc:sldMk cId="1369108918" sldId="262"/>
            <ac:spMk id="3" creationId="{0C02C51E-C24F-2DF9-7455-5D3D609A69B5}"/>
          </ac:spMkLst>
        </pc:spChg>
        <pc:spChg chg="mod">
          <ac:chgData name="Arshu Nayeem" userId="ece531d7f3a84b62" providerId="LiveId" clId="{3881FDCD-145E-495D-8D12-BE9F2C2C9EBC}" dt="2025-11-12T04:00:38.846" v="1" actId="20577"/>
          <ac:spMkLst>
            <pc:docMk/>
            <pc:sldMk cId="1369108918" sldId="262"/>
            <ac:spMk id="9" creationId="{0BAA4F36-AB00-F2C4-B47F-6381355DE604}"/>
          </ac:spMkLst>
        </pc:spChg>
      </pc:sldChg>
      <pc:sldChg chg="modSp mod">
        <pc:chgData name="Arshu Nayeem" userId="ece531d7f3a84b62" providerId="LiveId" clId="{3881FDCD-145E-495D-8D12-BE9F2C2C9EBC}" dt="2025-12-04T05:22:09.833" v="402" actId="1076"/>
        <pc:sldMkLst>
          <pc:docMk/>
          <pc:sldMk cId="671723688" sldId="263"/>
        </pc:sldMkLst>
        <pc:spChg chg="mod">
          <ac:chgData name="Arshu Nayeem" userId="ece531d7f3a84b62" providerId="LiveId" clId="{3881FDCD-145E-495D-8D12-BE9F2C2C9EBC}" dt="2025-12-04T05:22:09.833" v="402" actId="1076"/>
          <ac:spMkLst>
            <pc:docMk/>
            <pc:sldMk cId="671723688" sldId="263"/>
            <ac:spMk id="2" creationId="{6A8D3B62-7653-F786-D25A-A16213653EAC}"/>
          </ac:spMkLst>
        </pc:spChg>
        <pc:spChg chg="mod">
          <ac:chgData name="Arshu Nayeem" userId="ece531d7f3a84b62" providerId="LiveId" clId="{3881FDCD-145E-495D-8D12-BE9F2C2C9EBC}" dt="2025-12-04T05:22:09.833" v="402" actId="1076"/>
          <ac:spMkLst>
            <pc:docMk/>
            <pc:sldMk cId="671723688" sldId="263"/>
            <ac:spMk id="4" creationId="{2A4FA552-215F-21C1-0F03-CE140A93DCDD}"/>
          </ac:spMkLst>
        </pc:spChg>
        <pc:spChg chg="mod">
          <ac:chgData name="Arshu Nayeem" userId="ece531d7f3a84b62" providerId="LiveId" clId="{3881FDCD-145E-495D-8D12-BE9F2C2C9EBC}" dt="2025-12-04T05:22:09.833" v="402" actId="1076"/>
          <ac:spMkLst>
            <pc:docMk/>
            <pc:sldMk cId="671723688" sldId="263"/>
            <ac:spMk id="8" creationId="{D45DB3B1-7702-A34D-B15A-E964B95D6FB5}"/>
          </ac:spMkLst>
        </pc:spChg>
        <pc:spChg chg="mod">
          <ac:chgData name="Arshu Nayeem" userId="ece531d7f3a84b62" providerId="LiveId" clId="{3881FDCD-145E-495D-8D12-BE9F2C2C9EBC}" dt="2025-12-04T05:22:09.833" v="402" actId="1076"/>
          <ac:spMkLst>
            <pc:docMk/>
            <pc:sldMk cId="671723688" sldId="263"/>
            <ac:spMk id="9" creationId="{0BAA4F36-AB00-F2C4-B47F-6381355DE604}"/>
          </ac:spMkLst>
        </pc:spChg>
        <pc:spChg chg="mod">
          <ac:chgData name="Arshu Nayeem" userId="ece531d7f3a84b62" providerId="LiveId" clId="{3881FDCD-145E-495D-8D12-BE9F2C2C9EBC}" dt="2025-12-04T05:22:09.833" v="402" actId="1076"/>
          <ac:spMkLst>
            <pc:docMk/>
            <pc:sldMk cId="671723688" sldId="263"/>
            <ac:spMk id="10" creationId="{3E8CACDC-CE1B-448A-5D5F-BF4D715F95AE}"/>
          </ac:spMkLst>
        </pc:spChg>
        <pc:spChg chg="mod">
          <ac:chgData name="Arshu Nayeem" userId="ece531d7f3a84b62" providerId="LiveId" clId="{3881FDCD-145E-495D-8D12-BE9F2C2C9EBC}" dt="2025-12-04T05:22:09.833" v="402" actId="1076"/>
          <ac:spMkLst>
            <pc:docMk/>
            <pc:sldMk cId="671723688" sldId="263"/>
            <ac:spMk id="11" creationId="{0D6757A4-DF0D-DA45-33AE-86C71442D339}"/>
          </ac:spMkLst>
        </pc:spChg>
        <pc:graphicFrameChg chg="mod modGraphic">
          <ac:chgData name="Arshu Nayeem" userId="ece531d7f3a84b62" providerId="LiveId" clId="{3881FDCD-145E-495D-8D12-BE9F2C2C9EBC}" dt="2025-12-04T05:22:09.833" v="402" actId="1076"/>
          <ac:graphicFrameMkLst>
            <pc:docMk/>
            <pc:sldMk cId="671723688" sldId="263"/>
            <ac:graphicFrameMk id="3" creationId="{DD43FE62-EE0B-149C-65EF-A91644595621}"/>
          </ac:graphicFrameMkLst>
        </pc:graphicFrameChg>
      </pc:sldChg>
      <pc:sldChg chg="modSp mod">
        <pc:chgData name="Arshu Nayeem" userId="ece531d7f3a84b62" providerId="LiveId" clId="{3881FDCD-145E-495D-8D12-BE9F2C2C9EBC}" dt="2025-11-12T05:06:23.381" v="247" actId="20577"/>
        <pc:sldMkLst>
          <pc:docMk/>
          <pc:sldMk cId="1713168547" sldId="265"/>
        </pc:sldMkLst>
        <pc:spChg chg="mod">
          <ac:chgData name="Arshu Nayeem" userId="ece531d7f3a84b62" providerId="LiveId" clId="{3881FDCD-145E-495D-8D12-BE9F2C2C9EBC}" dt="2025-11-12T05:06:23.381" v="247" actId="20577"/>
          <ac:spMkLst>
            <pc:docMk/>
            <pc:sldMk cId="1713168547" sldId="265"/>
            <ac:spMk id="3" creationId="{4C7FF025-A324-7CE7-70A0-733944D4D63F}"/>
          </ac:spMkLst>
        </pc:spChg>
      </pc:sldChg>
      <pc:sldChg chg="modSp mod">
        <pc:chgData name="Arshu Nayeem" userId="ece531d7f3a84b62" providerId="LiveId" clId="{3881FDCD-145E-495D-8D12-BE9F2C2C9EBC}" dt="2025-11-12T05:06:41.320" v="251" actId="20577"/>
        <pc:sldMkLst>
          <pc:docMk/>
          <pc:sldMk cId="112123729" sldId="266"/>
        </pc:sldMkLst>
        <pc:spChg chg="mod">
          <ac:chgData name="Arshu Nayeem" userId="ece531d7f3a84b62" providerId="LiveId" clId="{3881FDCD-145E-495D-8D12-BE9F2C2C9EBC}" dt="2025-11-12T05:06:41.320" v="251" actId="20577"/>
          <ac:spMkLst>
            <pc:docMk/>
            <pc:sldMk cId="112123729" sldId="266"/>
            <ac:spMk id="3" creationId="{64B87A48-10C8-D9FC-79B2-BD418572E825}"/>
          </ac:spMkLst>
        </pc:spChg>
      </pc:sldChg>
      <pc:sldChg chg="modSp mod ord">
        <pc:chgData name="Arshu Nayeem" userId="ece531d7f3a84b62" providerId="LiveId" clId="{3881FDCD-145E-495D-8D12-BE9F2C2C9EBC}" dt="2025-12-04T04:14:33.921" v="303" actId="20577"/>
        <pc:sldMkLst>
          <pc:docMk/>
          <pc:sldMk cId="2137029075" sldId="268"/>
        </pc:sldMkLst>
        <pc:spChg chg="mod">
          <ac:chgData name="Arshu Nayeem" userId="ece531d7f3a84b62" providerId="LiveId" clId="{3881FDCD-145E-495D-8D12-BE9F2C2C9EBC}" dt="2025-12-04T04:14:33.921" v="303" actId="20577"/>
          <ac:spMkLst>
            <pc:docMk/>
            <pc:sldMk cId="2137029075" sldId="268"/>
            <ac:spMk id="14" creationId="{30297D37-029A-2D84-2CAD-F10CB64111E8}"/>
          </ac:spMkLst>
        </pc:spChg>
        <pc:picChg chg="mod">
          <ac:chgData name="Arshu Nayeem" userId="ece531d7f3a84b62" providerId="LiveId" clId="{3881FDCD-145E-495D-8D12-BE9F2C2C9EBC}" dt="2025-12-04T04:14:23.371" v="301" actId="14100"/>
          <ac:picMkLst>
            <pc:docMk/>
            <pc:sldMk cId="2137029075" sldId="268"/>
            <ac:picMk id="5" creationId="{FC023EF8-A605-1DBB-3165-3CA5189946E4}"/>
          </ac:picMkLst>
        </pc:picChg>
      </pc:sldChg>
      <pc:sldChg chg="modSp mod">
        <pc:chgData name="Arshu Nayeem" userId="ece531d7f3a84b62" providerId="LiveId" clId="{3881FDCD-145E-495D-8D12-BE9F2C2C9EBC}" dt="2025-11-12T05:06:54.640" v="253" actId="20577"/>
        <pc:sldMkLst>
          <pc:docMk/>
          <pc:sldMk cId="4039456921" sldId="269"/>
        </pc:sldMkLst>
        <pc:spChg chg="mod">
          <ac:chgData name="Arshu Nayeem" userId="ece531d7f3a84b62" providerId="LiveId" clId="{3881FDCD-145E-495D-8D12-BE9F2C2C9EBC}" dt="2025-11-12T05:06:54.640" v="253" actId="20577"/>
          <ac:spMkLst>
            <pc:docMk/>
            <pc:sldMk cId="4039456921" sldId="269"/>
            <ac:spMk id="3" creationId="{EB6D0FB8-9386-11A3-420F-B6BD7CDDF9C3}"/>
          </ac:spMkLst>
        </pc:spChg>
      </pc:sldChg>
      <pc:sldChg chg="modSp mod">
        <pc:chgData name="Arshu Nayeem" userId="ece531d7f3a84b62" providerId="LiveId" clId="{3881FDCD-145E-495D-8D12-BE9F2C2C9EBC}" dt="2025-11-12T05:06:30.859" v="249" actId="20577"/>
        <pc:sldMkLst>
          <pc:docMk/>
          <pc:sldMk cId="1259738044" sldId="270"/>
        </pc:sldMkLst>
        <pc:spChg chg="mod">
          <ac:chgData name="Arshu Nayeem" userId="ece531d7f3a84b62" providerId="LiveId" clId="{3881FDCD-145E-495D-8D12-BE9F2C2C9EBC}" dt="2025-11-12T05:06:30.859" v="249" actId="20577"/>
          <ac:spMkLst>
            <pc:docMk/>
            <pc:sldMk cId="1259738044" sldId="270"/>
            <ac:spMk id="3" creationId="{A0D55423-4ED6-0AFC-C04D-87146FEAAFFA}"/>
          </ac:spMkLst>
        </pc:spChg>
      </pc:sldChg>
      <pc:sldChg chg="modSp mod">
        <pc:chgData name="Arshu Nayeem" userId="ece531d7f3a84b62" providerId="LiveId" clId="{3881FDCD-145E-495D-8D12-BE9F2C2C9EBC}" dt="2025-11-12T05:04:56.059" v="231" actId="20577"/>
        <pc:sldMkLst>
          <pc:docMk/>
          <pc:sldMk cId="2924977210" sldId="275"/>
        </pc:sldMkLst>
        <pc:spChg chg="mod">
          <ac:chgData name="Arshu Nayeem" userId="ece531d7f3a84b62" providerId="LiveId" clId="{3881FDCD-145E-495D-8D12-BE9F2C2C9EBC}" dt="2025-11-12T05:04:56.059" v="231" actId="20577"/>
          <ac:spMkLst>
            <pc:docMk/>
            <pc:sldMk cId="2924977210" sldId="275"/>
            <ac:spMk id="10" creationId="{323FA5AB-27AF-1711-3A14-CE1A5C363F96}"/>
          </ac:spMkLst>
        </pc:spChg>
      </pc:sldChg>
      <pc:sldChg chg="modSp mod">
        <pc:chgData name="Arshu Nayeem" userId="ece531d7f3a84b62" providerId="LiveId" clId="{3881FDCD-145E-495D-8D12-BE9F2C2C9EBC}" dt="2025-11-12T05:05:08.581" v="235" actId="20577"/>
        <pc:sldMkLst>
          <pc:docMk/>
          <pc:sldMk cId="168791731" sldId="277"/>
        </pc:sldMkLst>
        <pc:spChg chg="mod">
          <ac:chgData name="Arshu Nayeem" userId="ece531d7f3a84b62" providerId="LiveId" clId="{3881FDCD-145E-495D-8D12-BE9F2C2C9EBC}" dt="2025-11-12T05:05:08.581" v="235" actId="20577"/>
          <ac:spMkLst>
            <pc:docMk/>
            <pc:sldMk cId="168791731" sldId="277"/>
            <ac:spMk id="4" creationId="{9580C236-7B98-FEC3-C82B-4A166D31AFAC}"/>
          </ac:spMkLst>
        </pc:spChg>
      </pc:sldChg>
      <pc:sldChg chg="modSp mod">
        <pc:chgData name="Arshu Nayeem" userId="ece531d7f3a84b62" providerId="LiveId" clId="{3881FDCD-145E-495D-8D12-BE9F2C2C9EBC}" dt="2025-11-12T05:08:11.961" v="269" actId="20577"/>
        <pc:sldMkLst>
          <pc:docMk/>
          <pc:sldMk cId="2153494554" sldId="278"/>
        </pc:sldMkLst>
        <pc:spChg chg="mod">
          <ac:chgData name="Arshu Nayeem" userId="ece531d7f3a84b62" providerId="LiveId" clId="{3881FDCD-145E-495D-8D12-BE9F2C2C9EBC}" dt="2025-11-12T05:08:11.961" v="269" actId="20577"/>
          <ac:spMkLst>
            <pc:docMk/>
            <pc:sldMk cId="2153494554" sldId="278"/>
            <ac:spMk id="3" creationId="{73F60856-5F1B-DE48-4BE8-299422E90228}"/>
          </ac:spMkLst>
        </pc:spChg>
        <pc:spChg chg="mod">
          <ac:chgData name="Arshu Nayeem" userId="ece531d7f3a84b62" providerId="LiveId" clId="{3881FDCD-145E-495D-8D12-BE9F2C2C9EBC}" dt="2025-11-12T04:51:25.838" v="223" actId="14100"/>
          <ac:spMkLst>
            <pc:docMk/>
            <pc:sldMk cId="2153494554" sldId="278"/>
            <ac:spMk id="9" creationId="{0BAA4F36-AB00-F2C4-B47F-6381355DE604}"/>
          </ac:spMkLst>
        </pc:spChg>
      </pc:sldChg>
      <pc:sldChg chg="modSp mod">
        <pc:chgData name="Arshu Nayeem" userId="ece531d7f3a84b62" providerId="LiveId" clId="{3881FDCD-145E-495D-8D12-BE9F2C2C9EBC}" dt="2025-11-12T05:06:06.049" v="243" actId="20577"/>
        <pc:sldMkLst>
          <pc:docMk/>
          <pc:sldMk cId="3475754241" sldId="279"/>
        </pc:sldMkLst>
        <pc:spChg chg="mod">
          <ac:chgData name="Arshu Nayeem" userId="ece531d7f3a84b62" providerId="LiveId" clId="{3881FDCD-145E-495D-8D12-BE9F2C2C9EBC}" dt="2025-11-12T05:06:06.049" v="243" actId="20577"/>
          <ac:spMkLst>
            <pc:docMk/>
            <pc:sldMk cId="3475754241" sldId="279"/>
            <ac:spMk id="3" creationId="{726FCB64-8655-3FE5-3A63-1D06DCC67D3D}"/>
          </ac:spMkLst>
        </pc:spChg>
      </pc:sldChg>
      <pc:sldChg chg="modSp mod">
        <pc:chgData name="Arshu Nayeem" userId="ece531d7f3a84b62" providerId="LiveId" clId="{3881FDCD-145E-495D-8D12-BE9F2C2C9EBC}" dt="2025-11-12T04:51:38.063" v="225" actId="20577"/>
        <pc:sldMkLst>
          <pc:docMk/>
          <pc:sldMk cId="3432415503" sldId="280"/>
        </pc:sldMkLst>
        <pc:spChg chg="mod">
          <ac:chgData name="Arshu Nayeem" userId="ece531d7f3a84b62" providerId="LiveId" clId="{3881FDCD-145E-495D-8D12-BE9F2C2C9EBC}" dt="2025-11-12T04:51:38.063" v="225" actId="20577"/>
          <ac:spMkLst>
            <pc:docMk/>
            <pc:sldMk cId="3432415503" sldId="280"/>
            <ac:spMk id="5" creationId="{0A2574E5-84A6-D65B-08F8-6ABFAD25553D}"/>
          </ac:spMkLst>
        </pc:spChg>
      </pc:sldChg>
      <pc:sldChg chg="modSp mod">
        <pc:chgData name="Arshu Nayeem" userId="ece531d7f3a84b62" providerId="LiveId" clId="{3881FDCD-145E-495D-8D12-BE9F2C2C9EBC}" dt="2025-11-12T05:07:08.579" v="255" actId="20577"/>
        <pc:sldMkLst>
          <pc:docMk/>
          <pc:sldMk cId="29480849" sldId="281"/>
        </pc:sldMkLst>
        <pc:spChg chg="mod">
          <ac:chgData name="Arshu Nayeem" userId="ece531d7f3a84b62" providerId="LiveId" clId="{3881FDCD-145E-495D-8D12-BE9F2C2C9EBC}" dt="2025-11-12T05:07:08.579" v="255" actId="20577"/>
          <ac:spMkLst>
            <pc:docMk/>
            <pc:sldMk cId="29480849" sldId="281"/>
            <ac:spMk id="3" creationId="{1C73B5A2-F818-84B9-F8FC-4A1BB93B8E5D}"/>
          </ac:spMkLst>
        </pc:spChg>
      </pc:sldChg>
      <pc:sldChg chg="addSp delSp modSp mod">
        <pc:chgData name="Arshu Nayeem" userId="ece531d7f3a84b62" providerId="LiveId" clId="{3881FDCD-145E-495D-8D12-BE9F2C2C9EBC}" dt="2025-12-04T15:49:19.462" v="687" actId="403"/>
        <pc:sldMkLst>
          <pc:docMk/>
          <pc:sldMk cId="62786226" sldId="284"/>
        </pc:sldMkLst>
        <pc:spChg chg="mod">
          <ac:chgData name="Arshu Nayeem" userId="ece531d7f3a84b62" providerId="LiveId" clId="{3881FDCD-145E-495D-8D12-BE9F2C2C9EBC}" dt="2025-11-12T05:07:18.981" v="257" actId="20577"/>
          <ac:spMkLst>
            <pc:docMk/>
            <pc:sldMk cId="62786226" sldId="284"/>
            <ac:spMk id="3" creationId="{1C73B5A2-F818-84B9-F8FC-4A1BB93B8E5D}"/>
          </ac:spMkLst>
        </pc:spChg>
        <pc:spChg chg="add del mod">
          <ac:chgData name="Arshu Nayeem" userId="ece531d7f3a84b62" providerId="LiveId" clId="{3881FDCD-145E-495D-8D12-BE9F2C2C9EBC}" dt="2025-12-04T15:30:59.941" v="559" actId="478"/>
          <ac:spMkLst>
            <pc:docMk/>
            <pc:sldMk cId="62786226" sldId="284"/>
            <ac:spMk id="7" creationId="{6E400F87-E0F0-59A0-A182-A9DD4D237409}"/>
          </ac:spMkLst>
        </pc:spChg>
        <pc:spChg chg="add del mod">
          <ac:chgData name="Arshu Nayeem" userId="ece531d7f3a84b62" providerId="LiveId" clId="{3881FDCD-145E-495D-8D12-BE9F2C2C9EBC}" dt="2025-12-04T15:31:16.922" v="562" actId="478"/>
          <ac:spMkLst>
            <pc:docMk/>
            <pc:sldMk cId="62786226" sldId="284"/>
            <ac:spMk id="12" creationId="{476BEAAE-6FB2-CC7C-50D8-1389FBDF4ED7}"/>
          </ac:spMkLst>
        </pc:spChg>
        <pc:spChg chg="add del mod">
          <ac:chgData name="Arshu Nayeem" userId="ece531d7f3a84b62" providerId="LiveId" clId="{3881FDCD-145E-495D-8D12-BE9F2C2C9EBC}" dt="2025-12-04T15:46:24.564" v="668"/>
          <ac:spMkLst>
            <pc:docMk/>
            <pc:sldMk cId="62786226" sldId="284"/>
            <ac:spMk id="13" creationId="{F454DDB9-968B-B070-5FE2-E4B7FF516EE0}"/>
          </ac:spMkLst>
        </pc:spChg>
        <pc:spChg chg="add mod">
          <ac:chgData name="Arshu Nayeem" userId="ece531d7f3a84b62" providerId="LiveId" clId="{3881FDCD-145E-495D-8D12-BE9F2C2C9EBC}" dt="2025-12-04T15:49:19.462" v="687" actId="403"/>
          <ac:spMkLst>
            <pc:docMk/>
            <pc:sldMk cId="62786226" sldId="284"/>
            <ac:spMk id="14" creationId="{08D095A7-ED81-E8A0-ED66-459ABE144D77}"/>
          </ac:spMkLst>
        </pc:spChg>
        <pc:graphicFrameChg chg="add del mod modGraphic">
          <ac:chgData name="Arshu Nayeem" userId="ece531d7f3a84b62" providerId="LiveId" clId="{3881FDCD-145E-495D-8D12-BE9F2C2C9EBC}" dt="2025-12-04T15:46:01.684" v="665" actId="1076"/>
          <ac:graphicFrameMkLst>
            <pc:docMk/>
            <pc:sldMk cId="62786226" sldId="284"/>
            <ac:graphicFrameMk id="10" creationId="{FCD84C9C-DC56-7A1E-F122-844DF4B6BBD4}"/>
          </ac:graphicFrameMkLst>
        </pc:graphicFrameChg>
        <pc:picChg chg="add del mod">
          <ac:chgData name="Arshu Nayeem" userId="ece531d7f3a84b62" providerId="LiveId" clId="{3881FDCD-145E-495D-8D12-BE9F2C2C9EBC}" dt="2025-12-04T15:32:18.682" v="569" actId="478"/>
          <ac:picMkLst>
            <pc:docMk/>
            <pc:sldMk cId="62786226" sldId="284"/>
            <ac:picMk id="5" creationId="{88D7B8A0-49EA-F788-50D7-A98E947560AE}"/>
          </ac:picMkLst>
        </pc:picChg>
      </pc:sldChg>
      <pc:sldChg chg="addSp delSp modSp mod">
        <pc:chgData name="Arshu Nayeem" userId="ece531d7f3a84b62" providerId="LiveId" clId="{3881FDCD-145E-495D-8D12-BE9F2C2C9EBC}" dt="2025-12-04T15:53:09.759" v="707" actId="1076"/>
        <pc:sldMkLst>
          <pc:docMk/>
          <pc:sldMk cId="4054756052" sldId="285"/>
        </pc:sldMkLst>
        <pc:spChg chg="mod">
          <ac:chgData name="Arshu Nayeem" userId="ece531d7f3a84b62" providerId="LiveId" clId="{3881FDCD-145E-495D-8D12-BE9F2C2C9EBC}" dt="2025-11-12T05:07:28.544" v="259" actId="20577"/>
          <ac:spMkLst>
            <pc:docMk/>
            <pc:sldMk cId="4054756052" sldId="285"/>
            <ac:spMk id="3" creationId="{1C73B5A2-F818-84B9-F8FC-4A1BB93B8E5D}"/>
          </ac:spMkLst>
        </pc:spChg>
        <pc:spChg chg="mod">
          <ac:chgData name="Arshu Nayeem" userId="ece531d7f3a84b62" providerId="LiveId" clId="{3881FDCD-145E-495D-8D12-BE9F2C2C9EBC}" dt="2025-12-04T15:52:17.951" v="701" actId="27636"/>
          <ac:spMkLst>
            <pc:docMk/>
            <pc:sldMk cId="4054756052" sldId="285"/>
            <ac:spMk id="6" creationId="{7326C9E8-7B3B-D078-25D4-0D2ADE84B4C7}"/>
          </ac:spMkLst>
        </pc:spChg>
        <pc:picChg chg="add mod">
          <ac:chgData name="Arshu Nayeem" userId="ece531d7f3a84b62" providerId="LiveId" clId="{3881FDCD-145E-495D-8D12-BE9F2C2C9EBC}" dt="2025-12-04T15:53:09.759" v="707" actId="1076"/>
          <ac:picMkLst>
            <pc:docMk/>
            <pc:sldMk cId="4054756052" sldId="285"/>
            <ac:picMk id="7" creationId="{1A5B5639-1DF5-8A6C-0625-24D34E81F663}"/>
          </ac:picMkLst>
        </pc:picChg>
        <pc:picChg chg="del">
          <ac:chgData name="Arshu Nayeem" userId="ece531d7f3a84b62" providerId="LiveId" clId="{3881FDCD-145E-495D-8D12-BE9F2C2C9EBC}" dt="2025-12-04T15:43:07.370" v="659" actId="478"/>
          <ac:picMkLst>
            <pc:docMk/>
            <pc:sldMk cId="4054756052" sldId="285"/>
            <ac:picMk id="12" creationId="{848042DF-1B8B-65E2-2DE0-F881EFF300DC}"/>
          </ac:picMkLst>
        </pc:picChg>
      </pc:sldChg>
      <pc:sldChg chg="addSp delSp modSp mod">
        <pc:chgData name="Arshu Nayeem" userId="ece531d7f3a84b62" providerId="LiveId" clId="{3881FDCD-145E-495D-8D12-BE9F2C2C9EBC}" dt="2025-12-04T16:00:00.439" v="753" actId="1076"/>
        <pc:sldMkLst>
          <pc:docMk/>
          <pc:sldMk cId="909807168" sldId="286"/>
        </pc:sldMkLst>
        <pc:spChg chg="mod">
          <ac:chgData name="Arshu Nayeem" userId="ece531d7f3a84b62" providerId="LiveId" clId="{3881FDCD-145E-495D-8D12-BE9F2C2C9EBC}" dt="2025-11-12T05:07:46.430" v="263" actId="20577"/>
          <ac:spMkLst>
            <pc:docMk/>
            <pc:sldMk cId="909807168" sldId="286"/>
            <ac:spMk id="3" creationId="{1C73B5A2-F818-84B9-F8FC-4A1BB93B8E5D}"/>
          </ac:spMkLst>
        </pc:spChg>
        <pc:spChg chg="mod">
          <ac:chgData name="Arshu Nayeem" userId="ece531d7f3a84b62" providerId="LiveId" clId="{3881FDCD-145E-495D-8D12-BE9F2C2C9EBC}" dt="2025-12-04T15:59:00.736" v="747" actId="20577"/>
          <ac:spMkLst>
            <pc:docMk/>
            <pc:sldMk cId="909807168" sldId="286"/>
            <ac:spMk id="6" creationId="{E2AE26A2-6349-B04C-BDC3-BF09CA64D5AB}"/>
          </ac:spMkLst>
        </pc:spChg>
        <pc:picChg chg="add mod">
          <ac:chgData name="Arshu Nayeem" userId="ece531d7f3a84b62" providerId="LiveId" clId="{3881FDCD-145E-495D-8D12-BE9F2C2C9EBC}" dt="2025-12-04T16:00:00.439" v="753" actId="1076"/>
          <ac:picMkLst>
            <pc:docMk/>
            <pc:sldMk cId="909807168" sldId="286"/>
            <ac:picMk id="7" creationId="{E9C3CEBD-3894-D58B-CE28-1984F1C2137D}"/>
          </ac:picMkLst>
        </pc:picChg>
        <pc:picChg chg="del">
          <ac:chgData name="Arshu Nayeem" userId="ece531d7f3a84b62" providerId="LiveId" clId="{3881FDCD-145E-495D-8D12-BE9F2C2C9EBC}" dt="2025-12-04T15:56:34.998" v="725" actId="478"/>
          <ac:picMkLst>
            <pc:docMk/>
            <pc:sldMk cId="909807168" sldId="286"/>
            <ac:picMk id="10" creationId="{DFAEF3B2-6E46-77CA-0B6B-7FA7C7079892}"/>
          </ac:picMkLst>
        </pc:picChg>
      </pc:sldChg>
      <pc:sldChg chg="modSp mod">
        <pc:chgData name="Arshu Nayeem" userId="ece531d7f3a84b62" providerId="LiveId" clId="{3881FDCD-145E-495D-8D12-BE9F2C2C9EBC}" dt="2025-11-12T05:07:53.521" v="265" actId="20577"/>
        <pc:sldMkLst>
          <pc:docMk/>
          <pc:sldMk cId="3629258846" sldId="287"/>
        </pc:sldMkLst>
        <pc:spChg chg="mod">
          <ac:chgData name="Arshu Nayeem" userId="ece531d7f3a84b62" providerId="LiveId" clId="{3881FDCD-145E-495D-8D12-BE9F2C2C9EBC}" dt="2025-11-12T05:07:53.521" v="265" actId="20577"/>
          <ac:spMkLst>
            <pc:docMk/>
            <pc:sldMk cId="3629258846" sldId="287"/>
            <ac:spMk id="3" creationId="{1C73B5A2-F818-84B9-F8FC-4A1BB93B8E5D}"/>
          </ac:spMkLst>
        </pc:spChg>
        <pc:spChg chg="mod">
          <ac:chgData name="Arshu Nayeem" userId="ece531d7f3a84b62" providerId="LiveId" clId="{3881FDCD-145E-495D-8D12-BE9F2C2C9EBC}" dt="2025-11-12T04:36:06.851" v="22" actId="1076"/>
          <ac:spMkLst>
            <pc:docMk/>
            <pc:sldMk cId="3629258846" sldId="287"/>
            <ac:spMk id="6" creationId="{85BB659D-AC4B-A823-6544-298B850222CC}"/>
          </ac:spMkLst>
        </pc:spChg>
      </pc:sldChg>
      <pc:sldChg chg="addSp modSp mod">
        <pc:chgData name="Arshu Nayeem" userId="ece531d7f3a84b62" providerId="LiveId" clId="{3881FDCD-145E-495D-8D12-BE9F2C2C9EBC}" dt="2025-11-12T05:08:00.682" v="267" actId="20577"/>
        <pc:sldMkLst>
          <pc:docMk/>
          <pc:sldMk cId="705310562" sldId="288"/>
        </pc:sldMkLst>
        <pc:spChg chg="mod">
          <ac:chgData name="Arshu Nayeem" userId="ece531d7f3a84b62" providerId="LiveId" clId="{3881FDCD-145E-495D-8D12-BE9F2C2C9EBC}" dt="2025-11-12T05:08:00.682" v="267" actId="20577"/>
          <ac:spMkLst>
            <pc:docMk/>
            <pc:sldMk cId="705310562" sldId="288"/>
            <ac:spMk id="3" creationId="{EB6D0FB8-9386-11A3-420F-B6BD7CDDF9C3}"/>
          </ac:spMkLst>
        </pc:spChg>
        <pc:spChg chg="mod">
          <ac:chgData name="Arshu Nayeem" userId="ece531d7f3a84b62" providerId="LiveId" clId="{3881FDCD-145E-495D-8D12-BE9F2C2C9EBC}" dt="2025-11-12T04:40:10.119" v="166" actId="27636"/>
          <ac:spMkLst>
            <pc:docMk/>
            <pc:sldMk cId="705310562" sldId="288"/>
            <ac:spMk id="9" creationId="{0BAA4F36-AB00-F2C4-B47F-6381355DE604}"/>
          </ac:spMkLst>
        </pc:spChg>
      </pc:sldChg>
      <pc:sldChg chg="addSp delSp modSp mod">
        <pc:chgData name="Arshu Nayeem" userId="ece531d7f3a84b62" providerId="LiveId" clId="{3881FDCD-145E-495D-8D12-BE9F2C2C9EBC}" dt="2025-12-04T15:55:46.653" v="721" actId="1076"/>
        <pc:sldMkLst>
          <pc:docMk/>
          <pc:sldMk cId="3702717663" sldId="289"/>
        </pc:sldMkLst>
        <pc:spChg chg="mod">
          <ac:chgData name="Arshu Nayeem" userId="ece531d7f3a84b62" providerId="LiveId" clId="{3881FDCD-145E-495D-8D12-BE9F2C2C9EBC}" dt="2025-12-04T15:54:42.199" v="710"/>
          <ac:spMkLst>
            <pc:docMk/>
            <pc:sldMk cId="3702717663" sldId="289"/>
            <ac:spMk id="2" creationId="{2F752F96-764E-69BE-D709-C6BBD279ED77}"/>
          </ac:spMkLst>
        </pc:spChg>
        <pc:spChg chg="mod">
          <ac:chgData name="Arshu Nayeem" userId="ece531d7f3a84b62" providerId="LiveId" clId="{3881FDCD-145E-495D-8D12-BE9F2C2C9EBC}" dt="2025-11-12T05:07:38.171" v="261" actId="20577"/>
          <ac:spMkLst>
            <pc:docMk/>
            <pc:sldMk cId="3702717663" sldId="289"/>
            <ac:spMk id="5" creationId="{B2A53B07-ADFF-9756-E6F2-3802BB5B88F6}"/>
          </ac:spMkLst>
        </pc:spChg>
        <pc:spChg chg="mod">
          <ac:chgData name="Arshu Nayeem" userId="ece531d7f3a84b62" providerId="LiveId" clId="{3881FDCD-145E-495D-8D12-BE9F2C2C9EBC}" dt="2025-12-04T15:55:28.656" v="717" actId="20577"/>
          <ac:spMkLst>
            <pc:docMk/>
            <pc:sldMk cId="3702717663" sldId="289"/>
            <ac:spMk id="8" creationId="{2D4983C4-7D2A-B2AD-7BC2-69FBC1176601}"/>
          </ac:spMkLst>
        </pc:spChg>
        <pc:picChg chg="add mod">
          <ac:chgData name="Arshu Nayeem" userId="ece531d7f3a84b62" providerId="LiveId" clId="{3881FDCD-145E-495D-8D12-BE9F2C2C9EBC}" dt="2025-12-04T15:55:46.653" v="721" actId="1076"/>
          <ac:picMkLst>
            <pc:docMk/>
            <pc:sldMk cId="3702717663" sldId="289"/>
            <ac:picMk id="7" creationId="{7E5C6A29-358F-9AA2-A726-DE71190B0931}"/>
          </ac:picMkLst>
        </pc:picChg>
        <pc:picChg chg="del">
          <ac:chgData name="Arshu Nayeem" userId="ece531d7f3a84b62" providerId="LiveId" clId="{3881FDCD-145E-495D-8D12-BE9F2C2C9EBC}" dt="2025-12-04T15:54:23.510" v="709" actId="478"/>
          <ac:picMkLst>
            <pc:docMk/>
            <pc:sldMk cId="3702717663" sldId="289"/>
            <ac:picMk id="11" creationId="{7A2A06D0-F16F-81A4-080F-61ED35847457}"/>
          </ac:picMkLst>
        </pc:picChg>
      </pc:sldChg>
      <pc:sldChg chg="modSp new mod">
        <pc:chgData name="Arshu Nayeem" userId="ece531d7f3a84b62" providerId="LiveId" clId="{3881FDCD-145E-495D-8D12-BE9F2C2C9EBC}" dt="2025-12-04T04:16:22.476" v="311" actId="27636"/>
        <pc:sldMkLst>
          <pc:docMk/>
          <pc:sldMk cId="405579176" sldId="290"/>
        </pc:sldMkLst>
        <pc:spChg chg="mod">
          <ac:chgData name="Arshu Nayeem" userId="ece531d7f3a84b62" providerId="LiveId" clId="{3881FDCD-145E-495D-8D12-BE9F2C2C9EBC}" dt="2025-12-04T04:02:52.051" v="289" actId="122"/>
          <ac:spMkLst>
            <pc:docMk/>
            <pc:sldMk cId="405579176" sldId="290"/>
            <ac:spMk id="2" creationId="{8442DA64-5B77-D287-BEE9-A6A17B6D2FF7}"/>
          </ac:spMkLst>
        </pc:spChg>
        <pc:spChg chg="mod">
          <ac:chgData name="Arshu Nayeem" userId="ece531d7f3a84b62" providerId="LiveId" clId="{3881FDCD-145E-495D-8D12-BE9F2C2C9EBC}" dt="2025-12-04T04:16:22.476" v="311" actId="27636"/>
          <ac:spMkLst>
            <pc:docMk/>
            <pc:sldMk cId="405579176" sldId="290"/>
            <ac:spMk id="3" creationId="{7F228E91-737C-535B-631F-25FB5AE7037F}"/>
          </ac:spMkLst>
        </pc:spChg>
      </pc:sldChg>
      <pc:sldChg chg="new del">
        <pc:chgData name="Arshu Nayeem" userId="ece531d7f3a84b62" providerId="LiveId" clId="{3881FDCD-145E-495D-8D12-BE9F2C2C9EBC}" dt="2025-12-04T04:02:05.879" v="286" actId="47"/>
        <pc:sldMkLst>
          <pc:docMk/>
          <pc:sldMk cId="2691724746" sldId="290"/>
        </pc:sldMkLst>
      </pc:sldChg>
      <pc:sldChg chg="addSp delSp modSp new mod">
        <pc:chgData name="Arshu Nayeem" userId="ece531d7f3a84b62" providerId="LiveId" clId="{3881FDCD-145E-495D-8D12-BE9F2C2C9EBC}" dt="2025-12-04T05:33:02.513" v="517" actId="478"/>
        <pc:sldMkLst>
          <pc:docMk/>
          <pc:sldMk cId="1626436817" sldId="291"/>
        </pc:sldMkLst>
        <pc:spChg chg="del mod">
          <ac:chgData name="Arshu Nayeem" userId="ece531d7f3a84b62" providerId="LiveId" clId="{3881FDCD-145E-495D-8D12-BE9F2C2C9EBC}" dt="2025-12-04T05:14:36.076" v="391" actId="3680"/>
          <ac:spMkLst>
            <pc:docMk/>
            <pc:sldMk cId="1626436817" sldId="291"/>
            <ac:spMk id="3" creationId="{D3EF4C3D-1F30-49EA-7E30-FDD3319B6480}"/>
          </ac:spMkLst>
        </pc:spChg>
        <pc:spChg chg="add mod">
          <ac:chgData name="Arshu Nayeem" userId="ece531d7f3a84b62" providerId="LiveId" clId="{3881FDCD-145E-495D-8D12-BE9F2C2C9EBC}" dt="2025-12-04T05:33:02.513" v="517" actId="478"/>
          <ac:spMkLst>
            <pc:docMk/>
            <pc:sldMk cId="1626436817" sldId="291"/>
            <ac:spMk id="9" creationId="{C55E3FB0-3975-4FCB-57C8-48C4807D2DF6}"/>
          </ac:spMkLst>
        </pc:spChg>
        <pc:graphicFrameChg chg="add del mod ord modGraphic">
          <ac:chgData name="Arshu Nayeem" userId="ece531d7f3a84b62" providerId="LiveId" clId="{3881FDCD-145E-495D-8D12-BE9F2C2C9EBC}" dt="2025-12-04T05:33:02.513" v="517" actId="478"/>
          <ac:graphicFrameMkLst>
            <pc:docMk/>
            <pc:sldMk cId="1626436817" sldId="291"/>
            <ac:graphicFrameMk id="7" creationId="{AF013395-E4DA-DCF4-4341-E931296BE67C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E54B32-75F3-4422-B93E-E4C0D8CD3E62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38CFFDC-33F1-46B2-880A-1F37914770B2}">
      <dgm:prSet phldrT="[Text]"/>
      <dgm:spPr>
        <a:xfrm rot="10800000">
          <a:off x="0" y="2105"/>
          <a:ext cx="3098165" cy="954234"/>
        </a:xfrm>
      </dgm:spPr>
      <dgm:t>
        <a:bodyPr/>
        <a:lstStyle/>
        <a:p>
          <a:r>
            <a:rPr lang="en-IN" dirty="0"/>
            <a:t>Input Crowd Image</a:t>
          </a:r>
        </a:p>
      </dgm:t>
    </dgm:pt>
    <dgm:pt modelId="{21D268C0-9705-480F-A8C3-9E68C2C180E2}" type="parTrans" cxnId="{F97F570B-6446-4215-9A14-920235A0E0AC}">
      <dgm:prSet/>
      <dgm:spPr/>
      <dgm:t>
        <a:bodyPr/>
        <a:lstStyle/>
        <a:p>
          <a:endParaRPr lang="en-IN"/>
        </a:p>
      </dgm:t>
    </dgm:pt>
    <dgm:pt modelId="{8D8DF4DF-485B-4E48-949B-40FB96D3C961}" type="sibTrans" cxnId="{F97F570B-6446-4215-9A14-920235A0E0AC}">
      <dgm:prSet/>
      <dgm:spPr/>
      <dgm:t>
        <a:bodyPr/>
        <a:lstStyle/>
        <a:p>
          <a:endParaRPr lang="en-IN"/>
        </a:p>
      </dgm:t>
    </dgm:pt>
    <dgm:pt modelId="{17D4CD85-6E76-41E4-BC16-95885F7F0A4B}">
      <dgm:prSet phldrT="[Text]"/>
      <dgm:spPr>
        <a:xfrm>
          <a:off x="0" y="1281969"/>
          <a:ext cx="1549082" cy="285316"/>
        </a:xfrm>
      </dgm:spPr>
      <dgm:t>
        <a:bodyPr/>
        <a:lstStyle/>
        <a:p>
          <a:r>
            <a:rPr lang="en-IN" dirty="0"/>
            <a:t>Image Resizing</a:t>
          </a:r>
        </a:p>
      </dgm:t>
    </dgm:pt>
    <dgm:pt modelId="{D7601120-F35E-4C39-BB3D-E1A6FE1806D2}" type="parTrans" cxnId="{07BB1932-60B6-41B6-9E0E-7BB7F04A3137}">
      <dgm:prSet/>
      <dgm:spPr/>
      <dgm:t>
        <a:bodyPr/>
        <a:lstStyle/>
        <a:p>
          <a:endParaRPr lang="en-IN"/>
        </a:p>
      </dgm:t>
    </dgm:pt>
    <dgm:pt modelId="{E3EDF1ED-3A15-4842-A5D2-27E46DE534FC}" type="sibTrans" cxnId="{07BB1932-60B6-41B6-9E0E-7BB7F04A3137}">
      <dgm:prSet/>
      <dgm:spPr/>
      <dgm:t>
        <a:bodyPr/>
        <a:lstStyle/>
        <a:p>
          <a:endParaRPr lang="en-IN"/>
        </a:p>
      </dgm:t>
    </dgm:pt>
    <dgm:pt modelId="{7C336DE3-92BE-414B-BE79-3DB298A8ECF2}">
      <dgm:prSet phldrT="[Text]"/>
      <dgm:spPr>
        <a:xfrm rot="10800000">
          <a:off x="0" y="1891960"/>
          <a:ext cx="3098165" cy="954234"/>
        </a:xfrm>
      </dgm:spPr>
      <dgm:t>
        <a:bodyPr/>
        <a:lstStyle/>
        <a:p>
          <a:r>
            <a:rPr lang="en-IN"/>
            <a:t>Feature Extraction (Encoder)</a:t>
          </a:r>
          <a:endParaRPr lang="en-IN" dirty="0"/>
        </a:p>
      </dgm:t>
    </dgm:pt>
    <dgm:pt modelId="{D4713B9A-6334-417F-ADA4-F8206F466322}" type="parTrans" cxnId="{E0B4C879-3B9E-45B6-9C43-4C8D399D5C43}">
      <dgm:prSet/>
      <dgm:spPr/>
      <dgm:t>
        <a:bodyPr/>
        <a:lstStyle/>
        <a:p>
          <a:endParaRPr lang="en-IN"/>
        </a:p>
      </dgm:t>
    </dgm:pt>
    <dgm:pt modelId="{3AB84B9B-4273-42EE-8ACB-94F1AE8A1FF1}" type="sibTrans" cxnId="{E0B4C879-3B9E-45B6-9C43-4C8D399D5C43}">
      <dgm:prSet/>
      <dgm:spPr/>
      <dgm:t>
        <a:bodyPr/>
        <a:lstStyle/>
        <a:p>
          <a:endParaRPr lang="en-IN"/>
        </a:p>
      </dgm:t>
    </dgm:pt>
    <dgm:pt modelId="{0EC1F241-32AD-4AD4-9AA7-FCD1A9E386E7}">
      <dgm:prSet phldrT="[Text]"/>
      <dgm:spPr>
        <a:xfrm>
          <a:off x="0" y="2226897"/>
          <a:ext cx="3098165" cy="285316"/>
        </a:xfrm>
      </dgm:spPr>
      <dgm:t>
        <a:bodyPr/>
        <a:lstStyle/>
        <a:p>
          <a:r>
            <a:rPr lang="en-IN"/>
            <a:t>EfficientNet-B4 Backbone</a:t>
          </a:r>
          <a:endParaRPr lang="en-IN" dirty="0"/>
        </a:p>
      </dgm:t>
    </dgm:pt>
    <dgm:pt modelId="{2192D6EC-6358-4FB7-9536-73129A863AA9}" type="parTrans" cxnId="{84C45338-1985-4DFA-A281-CBCC67CC93E6}">
      <dgm:prSet/>
      <dgm:spPr/>
      <dgm:t>
        <a:bodyPr/>
        <a:lstStyle/>
        <a:p>
          <a:endParaRPr lang="en-IN"/>
        </a:p>
      </dgm:t>
    </dgm:pt>
    <dgm:pt modelId="{0EC2CE75-69C0-4030-931A-49B2ACF00144}" type="sibTrans" cxnId="{84C45338-1985-4DFA-A281-CBCC67CC93E6}">
      <dgm:prSet/>
      <dgm:spPr/>
      <dgm:t>
        <a:bodyPr/>
        <a:lstStyle/>
        <a:p>
          <a:endParaRPr lang="en-IN"/>
        </a:p>
      </dgm:t>
    </dgm:pt>
    <dgm:pt modelId="{18173DBB-35E0-4755-9217-4F26DD009828}">
      <dgm:prSet phldrT="[Text]"/>
      <dgm:spPr>
        <a:xfrm>
          <a:off x="1549082" y="1281969"/>
          <a:ext cx="1549082" cy="285316"/>
        </a:xfrm>
      </dgm:spPr>
      <dgm:t>
        <a:bodyPr/>
        <a:lstStyle/>
        <a:p>
          <a:r>
            <a:rPr lang="en-IN"/>
            <a:t>Normalization</a:t>
          </a:r>
          <a:endParaRPr lang="en-IN" dirty="0"/>
        </a:p>
      </dgm:t>
    </dgm:pt>
    <dgm:pt modelId="{2ED58247-C8DC-4569-BF2E-5D49ACB45D10}" type="sibTrans" cxnId="{BEB03507-66C3-4E87-A432-97CE8018D3D3}">
      <dgm:prSet/>
      <dgm:spPr/>
      <dgm:t>
        <a:bodyPr/>
        <a:lstStyle/>
        <a:p>
          <a:endParaRPr lang="en-IN"/>
        </a:p>
      </dgm:t>
    </dgm:pt>
    <dgm:pt modelId="{04497C3E-65E6-4B45-A53D-854ED8F30703}" type="parTrans" cxnId="{BEB03507-66C3-4E87-A432-97CE8018D3D3}">
      <dgm:prSet/>
      <dgm:spPr/>
      <dgm:t>
        <a:bodyPr/>
        <a:lstStyle/>
        <a:p>
          <a:endParaRPr lang="en-IN"/>
        </a:p>
      </dgm:t>
    </dgm:pt>
    <dgm:pt modelId="{C9847409-0817-4DC1-8DDD-F52A0F2E9EA6}">
      <dgm:prSet phldrT="[Text]"/>
      <dgm:spPr>
        <a:xfrm rot="10800000">
          <a:off x="0" y="2836888"/>
          <a:ext cx="3098165" cy="954234"/>
        </a:xfrm>
      </dgm:spPr>
      <dgm:t>
        <a:bodyPr/>
        <a:lstStyle/>
        <a:p>
          <a:r>
            <a:rPr lang="en-IN" dirty="0"/>
            <a:t>Shunting  Inhibition Module</a:t>
          </a:r>
        </a:p>
      </dgm:t>
    </dgm:pt>
    <dgm:pt modelId="{36B47FD9-2B08-4BDB-959D-B954BB55CCF0}" type="parTrans" cxnId="{7206BA01-82B4-4A5D-910F-7F1E0E842451}">
      <dgm:prSet/>
      <dgm:spPr/>
      <dgm:t>
        <a:bodyPr/>
        <a:lstStyle/>
        <a:p>
          <a:endParaRPr lang="en-IN"/>
        </a:p>
      </dgm:t>
    </dgm:pt>
    <dgm:pt modelId="{9E5C3743-2BD0-4034-B85D-8B187C6F49F2}" type="sibTrans" cxnId="{7206BA01-82B4-4A5D-910F-7F1E0E842451}">
      <dgm:prSet/>
      <dgm:spPr/>
      <dgm:t>
        <a:bodyPr/>
        <a:lstStyle/>
        <a:p>
          <a:endParaRPr lang="en-IN"/>
        </a:p>
      </dgm:t>
    </dgm:pt>
    <dgm:pt modelId="{D5C29DB1-9711-43D6-BC76-864DBF0E460C}">
      <dgm:prSet phldrT="[Text]"/>
      <dgm:spPr>
        <a:xfrm>
          <a:off x="0" y="3168894"/>
          <a:ext cx="3098165" cy="285316"/>
        </a:xfrm>
      </dgm:spPr>
      <dgm:t>
        <a:bodyPr/>
        <a:lstStyle/>
        <a:p>
          <a:r>
            <a:rPr lang="en-IN"/>
            <a:t>Enhances Key Features</a:t>
          </a:r>
          <a:endParaRPr lang="en-IN" dirty="0"/>
        </a:p>
      </dgm:t>
    </dgm:pt>
    <dgm:pt modelId="{867A5981-BCF6-43B3-A911-EC888F307F23}" type="parTrans" cxnId="{EB6A68CB-FAB1-4989-906B-BCD29C470F25}">
      <dgm:prSet/>
      <dgm:spPr/>
      <dgm:t>
        <a:bodyPr/>
        <a:lstStyle/>
        <a:p>
          <a:endParaRPr lang="en-IN"/>
        </a:p>
      </dgm:t>
    </dgm:pt>
    <dgm:pt modelId="{10840A40-5A4E-462C-A37B-E5B0D19F2F4D}" type="sibTrans" cxnId="{EB6A68CB-FAB1-4989-906B-BCD29C470F25}">
      <dgm:prSet/>
      <dgm:spPr/>
      <dgm:t>
        <a:bodyPr/>
        <a:lstStyle/>
        <a:p>
          <a:endParaRPr lang="en-IN"/>
        </a:p>
      </dgm:t>
    </dgm:pt>
    <dgm:pt modelId="{059BB6B2-6786-48E6-872A-6AF1FBE1410A}">
      <dgm:prSet phldrT="[Text]"/>
      <dgm:spPr>
        <a:xfrm>
          <a:off x="378" y="4104444"/>
          <a:ext cx="619481" cy="285401"/>
        </a:xfrm>
      </dgm:spPr>
      <dgm:t>
        <a:bodyPr/>
        <a:lstStyle/>
        <a:p>
          <a:r>
            <a:rPr lang="en-IN" dirty="0"/>
            <a:t>Generates Density Map</a:t>
          </a:r>
        </a:p>
      </dgm:t>
    </dgm:pt>
    <dgm:pt modelId="{30E9CC8E-B67E-4867-8C75-0377E3CBD35C}" type="parTrans" cxnId="{0758700D-28C4-4C01-B3BC-8AFCF0049B09}">
      <dgm:prSet/>
      <dgm:spPr/>
      <dgm:t>
        <a:bodyPr/>
        <a:lstStyle/>
        <a:p>
          <a:endParaRPr lang="en-IN"/>
        </a:p>
      </dgm:t>
    </dgm:pt>
    <dgm:pt modelId="{84E00920-CC1F-4A0E-B650-6424CAAA7FC5}" type="sibTrans" cxnId="{0758700D-28C4-4C01-B3BC-8AFCF0049B09}">
      <dgm:prSet/>
      <dgm:spPr/>
      <dgm:t>
        <a:bodyPr/>
        <a:lstStyle/>
        <a:p>
          <a:endParaRPr lang="en-IN"/>
        </a:p>
      </dgm:t>
    </dgm:pt>
    <dgm:pt modelId="{322F7058-89F6-4D25-858F-0D11DF0A1059}">
      <dgm:prSet/>
      <dgm:spPr/>
      <dgm:t>
        <a:bodyPr/>
        <a:lstStyle/>
        <a:p>
          <a:r>
            <a:rPr lang="en-IN"/>
            <a:t>Density Map Generation</a:t>
          </a:r>
          <a:endParaRPr lang="en-IN" dirty="0"/>
        </a:p>
      </dgm:t>
    </dgm:pt>
    <dgm:pt modelId="{19F6DF71-19E7-4A62-AA64-216E00710F27}" type="parTrans" cxnId="{81E2CEA3-2AB1-4C8F-84E2-E4F59A01E8B9}">
      <dgm:prSet/>
      <dgm:spPr/>
      <dgm:t>
        <a:bodyPr/>
        <a:lstStyle/>
        <a:p>
          <a:endParaRPr lang="en-IN"/>
        </a:p>
      </dgm:t>
    </dgm:pt>
    <dgm:pt modelId="{FAC80183-20F5-4ABA-AEE7-5C5B6E6E9C9F}" type="sibTrans" cxnId="{81E2CEA3-2AB1-4C8F-84E2-E4F59A01E8B9}">
      <dgm:prSet/>
      <dgm:spPr/>
      <dgm:t>
        <a:bodyPr/>
        <a:lstStyle/>
        <a:p>
          <a:endParaRPr lang="en-IN"/>
        </a:p>
      </dgm:t>
    </dgm:pt>
    <dgm:pt modelId="{2B94805E-2D3C-438F-AB75-CAB89694C22F}">
      <dgm:prSet/>
      <dgm:spPr/>
      <dgm:t>
        <a:bodyPr/>
        <a:lstStyle/>
        <a:p>
          <a:r>
            <a:rPr lang="en-IN" dirty="0"/>
            <a:t>Multi-scale Feature Extraction</a:t>
          </a:r>
        </a:p>
      </dgm:t>
    </dgm:pt>
    <dgm:pt modelId="{E5C9AB5D-6D64-4F44-A4AE-E9AAB461B0A0}" type="parTrans" cxnId="{39DE87CB-9F66-4573-81B3-1721E78CE795}">
      <dgm:prSet/>
      <dgm:spPr/>
      <dgm:t>
        <a:bodyPr/>
        <a:lstStyle/>
        <a:p>
          <a:endParaRPr lang="en-IN"/>
        </a:p>
      </dgm:t>
    </dgm:pt>
    <dgm:pt modelId="{43D4AEBC-585C-487F-A816-C2A7B30A23C3}" type="sibTrans" cxnId="{39DE87CB-9F66-4573-81B3-1721E78CE795}">
      <dgm:prSet/>
      <dgm:spPr/>
      <dgm:t>
        <a:bodyPr/>
        <a:lstStyle/>
        <a:p>
          <a:endParaRPr lang="en-IN"/>
        </a:p>
      </dgm:t>
    </dgm:pt>
    <dgm:pt modelId="{D5FFF8E4-A2B1-45D7-B06F-96192E3BBC03}">
      <dgm:prSet/>
      <dgm:spPr/>
      <dgm:t>
        <a:bodyPr/>
        <a:lstStyle/>
        <a:p>
          <a:r>
            <a:rPr lang="en-IN" dirty="0"/>
            <a:t>Suppresses </a:t>
          </a:r>
          <a:r>
            <a:rPr lang="en-IN"/>
            <a:t>Background Noise</a:t>
          </a:r>
          <a:endParaRPr lang="en-IN" dirty="0"/>
        </a:p>
      </dgm:t>
    </dgm:pt>
    <dgm:pt modelId="{8213D69F-70F7-41B9-B891-BDED5221E560}" type="parTrans" cxnId="{63E886C8-B4FD-47BA-A067-699EB879BA08}">
      <dgm:prSet/>
      <dgm:spPr/>
      <dgm:t>
        <a:bodyPr/>
        <a:lstStyle/>
        <a:p>
          <a:endParaRPr lang="en-IN"/>
        </a:p>
      </dgm:t>
    </dgm:pt>
    <dgm:pt modelId="{E67B2E23-307C-4DC7-9A4A-2E63EBA26474}" type="sibTrans" cxnId="{63E886C8-B4FD-47BA-A067-699EB879BA08}">
      <dgm:prSet/>
      <dgm:spPr/>
      <dgm:t>
        <a:bodyPr/>
        <a:lstStyle/>
        <a:p>
          <a:endParaRPr lang="en-IN"/>
        </a:p>
      </dgm:t>
    </dgm:pt>
    <dgm:pt modelId="{E9E19069-FE12-475C-89AA-0797803E7A35}">
      <dgm:prSet phldrT="[Text]"/>
      <dgm:spPr>
        <a:xfrm>
          <a:off x="0" y="3781816"/>
          <a:ext cx="3098165" cy="620438"/>
        </a:xfrm>
      </dgm:spPr>
      <dgm:t>
        <a:bodyPr/>
        <a:lstStyle/>
        <a:p>
          <a:r>
            <a:rPr lang="en-IN" dirty="0"/>
            <a:t>Classification Decoder Network</a:t>
          </a:r>
        </a:p>
      </dgm:t>
    </dgm:pt>
    <dgm:pt modelId="{7A61C48D-9EC5-4292-ACC0-C6A6A52D9F47}" type="parTrans" cxnId="{5CCDCC32-AF69-4E85-9B0B-93BCD2B3BEF0}">
      <dgm:prSet/>
      <dgm:spPr/>
      <dgm:t>
        <a:bodyPr/>
        <a:lstStyle/>
        <a:p>
          <a:endParaRPr lang="en-IN"/>
        </a:p>
      </dgm:t>
    </dgm:pt>
    <dgm:pt modelId="{50A09473-8513-483C-9D23-0A63239E7F83}" type="sibTrans" cxnId="{5CCDCC32-AF69-4E85-9B0B-93BCD2B3BEF0}">
      <dgm:prSet/>
      <dgm:spPr/>
      <dgm:t>
        <a:bodyPr/>
        <a:lstStyle/>
        <a:p>
          <a:endParaRPr lang="en-IN"/>
        </a:p>
      </dgm:t>
    </dgm:pt>
    <dgm:pt modelId="{CCEA1D9A-EFD8-45A9-9846-305708EF3C6C}">
      <dgm:prSet/>
      <dgm:spPr/>
      <dgm:t>
        <a:bodyPr/>
        <a:lstStyle/>
        <a:p>
          <a:r>
            <a:rPr lang="en-IN" dirty="0"/>
            <a:t>Crowd Output</a:t>
          </a:r>
        </a:p>
      </dgm:t>
    </dgm:pt>
    <dgm:pt modelId="{1AE75EC0-1C00-4789-869C-A4A0DA04F74C}" type="parTrans" cxnId="{63F79141-A199-46EC-BE7B-7D207F80BBA4}">
      <dgm:prSet/>
      <dgm:spPr/>
      <dgm:t>
        <a:bodyPr/>
        <a:lstStyle/>
        <a:p>
          <a:endParaRPr lang="en-IN"/>
        </a:p>
      </dgm:t>
    </dgm:pt>
    <dgm:pt modelId="{B5C330E3-8AFC-436F-B881-CC336673F3C7}" type="sibTrans" cxnId="{63F79141-A199-46EC-BE7B-7D207F80BBA4}">
      <dgm:prSet/>
      <dgm:spPr/>
      <dgm:t>
        <a:bodyPr/>
        <a:lstStyle/>
        <a:p>
          <a:endParaRPr lang="en-IN"/>
        </a:p>
      </dgm:t>
    </dgm:pt>
    <dgm:pt modelId="{71D74DC8-33F0-42BF-915E-6AFAD90648D7}">
      <dgm:prSet phldrT="[Text]"/>
      <dgm:spPr>
        <a:xfrm rot="10800000">
          <a:off x="0" y="947033"/>
          <a:ext cx="3098165" cy="954234"/>
        </a:xfrm>
      </dgm:spPr>
      <dgm:t>
        <a:bodyPr/>
        <a:lstStyle/>
        <a:p>
          <a:r>
            <a:rPr lang="en-IN"/>
            <a:t>Pre - Processing</a:t>
          </a:r>
          <a:endParaRPr lang="en-IN" dirty="0"/>
        </a:p>
      </dgm:t>
    </dgm:pt>
    <dgm:pt modelId="{AAE6B3E8-1840-4B33-B147-8FAC83694364}" type="sibTrans" cxnId="{5FC91A0E-8578-43A1-8B79-9065CDA8D9A0}">
      <dgm:prSet/>
      <dgm:spPr/>
      <dgm:t>
        <a:bodyPr/>
        <a:lstStyle/>
        <a:p>
          <a:endParaRPr lang="en-IN"/>
        </a:p>
      </dgm:t>
    </dgm:pt>
    <dgm:pt modelId="{26F55AC4-3099-42F4-B82A-DF7F2BE6A17E}" type="parTrans" cxnId="{5FC91A0E-8578-43A1-8B79-9065CDA8D9A0}">
      <dgm:prSet/>
      <dgm:spPr/>
      <dgm:t>
        <a:bodyPr/>
        <a:lstStyle/>
        <a:p>
          <a:endParaRPr lang="en-IN"/>
        </a:p>
      </dgm:t>
    </dgm:pt>
    <dgm:pt modelId="{0237703D-DC3C-4136-B609-2D56AB41F58D}" type="pres">
      <dgm:prSet presAssocID="{61E54B32-75F3-4422-B93E-E4C0D8CD3E62}" presName="Name0" presStyleCnt="0">
        <dgm:presLayoutVars>
          <dgm:dir/>
          <dgm:animLvl val="lvl"/>
          <dgm:resizeHandles val="exact"/>
        </dgm:presLayoutVars>
      </dgm:prSet>
      <dgm:spPr/>
    </dgm:pt>
    <dgm:pt modelId="{ED7CCB8F-9FE5-41A0-9938-94EDCC28C3EA}" type="pres">
      <dgm:prSet presAssocID="{CCEA1D9A-EFD8-45A9-9846-305708EF3C6C}" presName="boxAndChildren" presStyleCnt="0"/>
      <dgm:spPr/>
    </dgm:pt>
    <dgm:pt modelId="{48B28AD9-F7BE-42B2-BDD4-E497B02F97A5}" type="pres">
      <dgm:prSet presAssocID="{CCEA1D9A-EFD8-45A9-9846-305708EF3C6C}" presName="parentTextBox" presStyleLbl="node1" presStyleIdx="0" presStyleCnt="6"/>
      <dgm:spPr/>
    </dgm:pt>
    <dgm:pt modelId="{6B85EA8A-57F4-4C10-842D-DBDFF4459466}" type="pres">
      <dgm:prSet presAssocID="{50A09473-8513-483C-9D23-0A63239E7F83}" presName="sp" presStyleCnt="0"/>
      <dgm:spPr/>
    </dgm:pt>
    <dgm:pt modelId="{84252DD3-D39E-4C40-BFCA-57A0102CFCB4}" type="pres">
      <dgm:prSet presAssocID="{E9E19069-FE12-475C-89AA-0797803E7A35}" presName="arrowAndChildren" presStyleCnt="0"/>
      <dgm:spPr/>
    </dgm:pt>
    <dgm:pt modelId="{EDB666FD-BBEC-4302-AC6F-2C2E6CD62A0E}" type="pres">
      <dgm:prSet presAssocID="{E9E19069-FE12-475C-89AA-0797803E7A35}" presName="parentTextArrow" presStyleLbl="node1" presStyleIdx="0" presStyleCnt="6"/>
      <dgm:spPr/>
    </dgm:pt>
    <dgm:pt modelId="{13FDF490-B91C-4CD6-8596-0A4AF589843C}" type="pres">
      <dgm:prSet presAssocID="{E9E19069-FE12-475C-89AA-0797803E7A35}" presName="arrow" presStyleLbl="node1" presStyleIdx="1" presStyleCnt="6"/>
      <dgm:spPr/>
    </dgm:pt>
    <dgm:pt modelId="{DEBA95E4-150D-43A0-B068-5CAF9597D7A3}" type="pres">
      <dgm:prSet presAssocID="{E9E19069-FE12-475C-89AA-0797803E7A35}" presName="descendantArrow" presStyleCnt="0"/>
      <dgm:spPr/>
    </dgm:pt>
    <dgm:pt modelId="{1703966E-4BBB-43E3-964F-93E9135FACF2}" type="pres">
      <dgm:prSet presAssocID="{059BB6B2-6786-48E6-872A-6AF1FBE1410A}" presName="childTextArrow" presStyleLbl="fgAccFollowNode1" presStyleIdx="0" presStyleCnt="8">
        <dgm:presLayoutVars>
          <dgm:bulletEnabled val="1"/>
        </dgm:presLayoutVars>
      </dgm:prSet>
      <dgm:spPr/>
    </dgm:pt>
    <dgm:pt modelId="{26A3938E-6676-4D21-85A6-09A372ECDE46}" type="pres">
      <dgm:prSet presAssocID="{9E5C3743-2BD0-4034-B85D-8B187C6F49F2}" presName="sp" presStyleCnt="0"/>
      <dgm:spPr/>
    </dgm:pt>
    <dgm:pt modelId="{DD6D9E77-E2C1-4C45-B1DA-D9E1D931E6F1}" type="pres">
      <dgm:prSet presAssocID="{C9847409-0817-4DC1-8DDD-F52A0F2E9EA6}" presName="arrowAndChildren" presStyleCnt="0"/>
      <dgm:spPr/>
    </dgm:pt>
    <dgm:pt modelId="{F8477690-4341-4D2E-80E6-A9FE71E7B985}" type="pres">
      <dgm:prSet presAssocID="{C9847409-0817-4DC1-8DDD-F52A0F2E9EA6}" presName="parentTextArrow" presStyleLbl="node1" presStyleIdx="1" presStyleCnt="6"/>
      <dgm:spPr/>
    </dgm:pt>
    <dgm:pt modelId="{8BE0FF32-B73D-45BE-8952-7B15D4DB300D}" type="pres">
      <dgm:prSet presAssocID="{C9847409-0817-4DC1-8DDD-F52A0F2E9EA6}" presName="arrow" presStyleLbl="node1" presStyleIdx="2" presStyleCnt="6" custLinFactY="34022" custLinFactNeighborY="100000"/>
      <dgm:spPr/>
    </dgm:pt>
    <dgm:pt modelId="{6D2D5889-B1DA-4150-ABAE-65C3EAE9FD4A}" type="pres">
      <dgm:prSet presAssocID="{C9847409-0817-4DC1-8DDD-F52A0F2E9EA6}" presName="descendantArrow" presStyleCnt="0"/>
      <dgm:spPr/>
    </dgm:pt>
    <dgm:pt modelId="{AEEAF0ED-782E-4247-8B61-2E72CB06E413}" type="pres">
      <dgm:prSet presAssocID="{D5C29DB1-9711-43D6-BC76-864DBF0E460C}" presName="childTextArrow" presStyleLbl="fgAccFollowNode1" presStyleIdx="1" presStyleCnt="8">
        <dgm:presLayoutVars>
          <dgm:bulletEnabled val="1"/>
        </dgm:presLayoutVars>
      </dgm:prSet>
      <dgm:spPr/>
    </dgm:pt>
    <dgm:pt modelId="{082BEA0F-B2D8-4D38-9560-2ADB4B7B9AA0}" type="pres">
      <dgm:prSet presAssocID="{D5FFF8E4-A2B1-45D7-B06F-96192E3BBC03}" presName="childTextArrow" presStyleLbl="fgAccFollowNode1" presStyleIdx="2" presStyleCnt="8">
        <dgm:presLayoutVars>
          <dgm:bulletEnabled val="1"/>
        </dgm:presLayoutVars>
      </dgm:prSet>
      <dgm:spPr/>
    </dgm:pt>
    <dgm:pt modelId="{9801F692-360D-4F99-AC4B-DA43DB9B6FFF}" type="pres">
      <dgm:prSet presAssocID="{3AB84B9B-4273-42EE-8ACB-94F1AE8A1FF1}" presName="sp" presStyleCnt="0"/>
      <dgm:spPr/>
    </dgm:pt>
    <dgm:pt modelId="{01BF8FF7-D416-43DB-8BD8-2DB66401E802}" type="pres">
      <dgm:prSet presAssocID="{7C336DE3-92BE-414B-BE79-3DB298A8ECF2}" presName="arrowAndChildren" presStyleCnt="0"/>
      <dgm:spPr/>
    </dgm:pt>
    <dgm:pt modelId="{7960D832-E168-4CD3-A5F5-28B1EC03238D}" type="pres">
      <dgm:prSet presAssocID="{7C336DE3-92BE-414B-BE79-3DB298A8ECF2}" presName="parentTextArrow" presStyleLbl="node1" presStyleIdx="2" presStyleCnt="6"/>
      <dgm:spPr/>
    </dgm:pt>
    <dgm:pt modelId="{68497000-2147-4EF5-8C98-70A451709E0D}" type="pres">
      <dgm:prSet presAssocID="{7C336DE3-92BE-414B-BE79-3DB298A8ECF2}" presName="arrow" presStyleLbl="node1" presStyleIdx="3" presStyleCnt="6"/>
      <dgm:spPr/>
    </dgm:pt>
    <dgm:pt modelId="{A6BFD764-B90E-4EF0-BC22-42D6B098777D}" type="pres">
      <dgm:prSet presAssocID="{7C336DE3-92BE-414B-BE79-3DB298A8ECF2}" presName="descendantArrow" presStyleCnt="0"/>
      <dgm:spPr/>
    </dgm:pt>
    <dgm:pt modelId="{A190CBB5-0450-4FDD-9FAA-7E67CCB4C828}" type="pres">
      <dgm:prSet presAssocID="{0EC1F241-32AD-4AD4-9AA7-FCD1A9E386E7}" presName="childTextArrow" presStyleLbl="fgAccFollowNode1" presStyleIdx="3" presStyleCnt="8">
        <dgm:presLayoutVars>
          <dgm:bulletEnabled val="1"/>
        </dgm:presLayoutVars>
      </dgm:prSet>
      <dgm:spPr/>
    </dgm:pt>
    <dgm:pt modelId="{80D6BD21-01B1-4CF3-9034-A72E8EF3B3B1}" type="pres">
      <dgm:prSet presAssocID="{2B94805E-2D3C-438F-AB75-CAB89694C22F}" presName="childTextArrow" presStyleLbl="fgAccFollowNode1" presStyleIdx="4" presStyleCnt="8">
        <dgm:presLayoutVars>
          <dgm:bulletEnabled val="1"/>
        </dgm:presLayoutVars>
      </dgm:prSet>
      <dgm:spPr/>
    </dgm:pt>
    <dgm:pt modelId="{B96CF0B3-A1EA-43A8-AB5F-FC8E180C93FD}" type="pres">
      <dgm:prSet presAssocID="{AAE6B3E8-1840-4B33-B147-8FAC83694364}" presName="sp" presStyleCnt="0"/>
      <dgm:spPr/>
    </dgm:pt>
    <dgm:pt modelId="{2A77E336-61D4-4794-BEB6-FFEAAF472C3E}" type="pres">
      <dgm:prSet presAssocID="{71D74DC8-33F0-42BF-915E-6AFAD90648D7}" presName="arrowAndChildren" presStyleCnt="0"/>
      <dgm:spPr/>
    </dgm:pt>
    <dgm:pt modelId="{DD0F3B1E-2F8A-4F5A-AB8B-0A9F465089F3}" type="pres">
      <dgm:prSet presAssocID="{71D74DC8-33F0-42BF-915E-6AFAD90648D7}" presName="parentTextArrow" presStyleLbl="node1" presStyleIdx="3" presStyleCnt="6"/>
      <dgm:spPr/>
    </dgm:pt>
    <dgm:pt modelId="{415222FF-417E-4FC8-A342-C60AB3C92652}" type="pres">
      <dgm:prSet presAssocID="{71D74DC8-33F0-42BF-915E-6AFAD90648D7}" presName="arrow" presStyleLbl="node1" presStyleIdx="4" presStyleCnt="6"/>
      <dgm:spPr/>
    </dgm:pt>
    <dgm:pt modelId="{A948BE77-EEB6-4956-B31F-9E51658B8675}" type="pres">
      <dgm:prSet presAssocID="{71D74DC8-33F0-42BF-915E-6AFAD90648D7}" presName="descendantArrow" presStyleCnt="0"/>
      <dgm:spPr/>
    </dgm:pt>
    <dgm:pt modelId="{262B5A57-0E10-462F-8DD6-A18C277D6B26}" type="pres">
      <dgm:prSet presAssocID="{17D4CD85-6E76-41E4-BC16-95885F7F0A4B}" presName="childTextArrow" presStyleLbl="fgAccFollowNode1" presStyleIdx="5" presStyleCnt="8">
        <dgm:presLayoutVars>
          <dgm:bulletEnabled val="1"/>
        </dgm:presLayoutVars>
      </dgm:prSet>
      <dgm:spPr/>
    </dgm:pt>
    <dgm:pt modelId="{01A69043-C9F4-4F64-BBB1-A4C97F3E0F69}" type="pres">
      <dgm:prSet presAssocID="{18173DBB-35E0-4755-9217-4F26DD009828}" presName="childTextArrow" presStyleLbl="fgAccFollowNode1" presStyleIdx="6" presStyleCnt="8">
        <dgm:presLayoutVars>
          <dgm:bulletEnabled val="1"/>
        </dgm:presLayoutVars>
      </dgm:prSet>
      <dgm:spPr/>
    </dgm:pt>
    <dgm:pt modelId="{D06F81AF-3FD4-4EFB-9B2F-80D2E99D855C}" type="pres">
      <dgm:prSet presAssocID="{322F7058-89F6-4D25-858F-0D11DF0A1059}" presName="childTextArrow" presStyleLbl="fgAccFollowNode1" presStyleIdx="7" presStyleCnt="8">
        <dgm:presLayoutVars>
          <dgm:bulletEnabled val="1"/>
        </dgm:presLayoutVars>
      </dgm:prSet>
      <dgm:spPr/>
    </dgm:pt>
    <dgm:pt modelId="{3422AD21-0BDE-4E06-A545-C74370792B7D}" type="pres">
      <dgm:prSet presAssocID="{8D8DF4DF-485B-4E48-949B-40FB96D3C961}" presName="sp" presStyleCnt="0"/>
      <dgm:spPr/>
    </dgm:pt>
    <dgm:pt modelId="{7A7EFE2C-75D4-421F-8CE1-4483F69BFE27}" type="pres">
      <dgm:prSet presAssocID="{638CFFDC-33F1-46B2-880A-1F37914770B2}" presName="arrowAndChildren" presStyleCnt="0"/>
      <dgm:spPr/>
    </dgm:pt>
    <dgm:pt modelId="{1622A2FF-375E-4F0F-8324-1C759A961B89}" type="pres">
      <dgm:prSet presAssocID="{638CFFDC-33F1-46B2-880A-1F37914770B2}" presName="parentTextArrow" presStyleLbl="node1" presStyleIdx="5" presStyleCnt="6"/>
      <dgm:spPr/>
    </dgm:pt>
  </dgm:ptLst>
  <dgm:cxnLst>
    <dgm:cxn modelId="{7206BA01-82B4-4A5D-910F-7F1E0E842451}" srcId="{61E54B32-75F3-4422-B93E-E4C0D8CD3E62}" destId="{C9847409-0817-4DC1-8DDD-F52A0F2E9EA6}" srcOrd="3" destOrd="0" parTransId="{36B47FD9-2B08-4BDB-959D-B954BB55CCF0}" sibTransId="{9E5C3743-2BD0-4034-B85D-8B187C6F49F2}"/>
    <dgm:cxn modelId="{BEB03507-66C3-4E87-A432-97CE8018D3D3}" srcId="{71D74DC8-33F0-42BF-915E-6AFAD90648D7}" destId="{18173DBB-35E0-4755-9217-4F26DD009828}" srcOrd="1" destOrd="0" parTransId="{04497C3E-65E6-4B45-A53D-854ED8F30703}" sibTransId="{2ED58247-C8DC-4569-BF2E-5D49ACB45D10}"/>
    <dgm:cxn modelId="{76B9FF07-2E2C-489C-87D4-5B08A68A0735}" type="presOf" srcId="{17D4CD85-6E76-41E4-BC16-95885F7F0A4B}" destId="{262B5A57-0E10-462F-8DD6-A18C277D6B26}" srcOrd="0" destOrd="0" presId="urn:microsoft.com/office/officeart/2005/8/layout/process4"/>
    <dgm:cxn modelId="{F97F570B-6446-4215-9A14-920235A0E0AC}" srcId="{61E54B32-75F3-4422-B93E-E4C0D8CD3E62}" destId="{638CFFDC-33F1-46B2-880A-1F37914770B2}" srcOrd="0" destOrd="0" parTransId="{21D268C0-9705-480F-A8C3-9E68C2C180E2}" sibTransId="{8D8DF4DF-485B-4E48-949B-40FB96D3C961}"/>
    <dgm:cxn modelId="{0758700D-28C4-4C01-B3BC-8AFCF0049B09}" srcId="{E9E19069-FE12-475C-89AA-0797803E7A35}" destId="{059BB6B2-6786-48E6-872A-6AF1FBE1410A}" srcOrd="0" destOrd="0" parTransId="{30E9CC8E-B67E-4867-8C75-0377E3CBD35C}" sibTransId="{84E00920-CC1F-4A0E-B650-6424CAAA7FC5}"/>
    <dgm:cxn modelId="{5FC91A0E-8578-43A1-8B79-9065CDA8D9A0}" srcId="{61E54B32-75F3-4422-B93E-E4C0D8CD3E62}" destId="{71D74DC8-33F0-42BF-915E-6AFAD90648D7}" srcOrd="1" destOrd="0" parTransId="{26F55AC4-3099-42F4-B82A-DF7F2BE6A17E}" sibTransId="{AAE6B3E8-1840-4B33-B147-8FAC83694364}"/>
    <dgm:cxn modelId="{40C72612-C72D-4B9A-8F91-0F10B0D45A44}" type="presOf" srcId="{322F7058-89F6-4D25-858F-0D11DF0A1059}" destId="{D06F81AF-3FD4-4EFB-9B2F-80D2E99D855C}" srcOrd="0" destOrd="0" presId="urn:microsoft.com/office/officeart/2005/8/layout/process4"/>
    <dgm:cxn modelId="{8216E813-F888-4E4F-8F39-29E9B0FBD48D}" type="presOf" srcId="{E9E19069-FE12-475C-89AA-0797803E7A35}" destId="{13FDF490-B91C-4CD6-8596-0A4AF589843C}" srcOrd="1" destOrd="0" presId="urn:microsoft.com/office/officeart/2005/8/layout/process4"/>
    <dgm:cxn modelId="{BF468A1C-AAEC-4821-B3FC-2AB30599E5B4}" type="presOf" srcId="{CCEA1D9A-EFD8-45A9-9846-305708EF3C6C}" destId="{48B28AD9-F7BE-42B2-BDD4-E497B02F97A5}" srcOrd="0" destOrd="0" presId="urn:microsoft.com/office/officeart/2005/8/layout/process4"/>
    <dgm:cxn modelId="{995F5424-1E8E-4A9B-8F8D-3ABAA56CBBE7}" type="presOf" srcId="{059BB6B2-6786-48E6-872A-6AF1FBE1410A}" destId="{1703966E-4BBB-43E3-964F-93E9135FACF2}" srcOrd="0" destOrd="0" presId="urn:microsoft.com/office/officeart/2005/8/layout/process4"/>
    <dgm:cxn modelId="{FBBE872A-F795-4BCB-A1E3-9EB2B8C6DA84}" type="presOf" srcId="{C9847409-0817-4DC1-8DDD-F52A0F2E9EA6}" destId="{F8477690-4341-4D2E-80E6-A9FE71E7B985}" srcOrd="0" destOrd="0" presId="urn:microsoft.com/office/officeart/2005/8/layout/process4"/>
    <dgm:cxn modelId="{458C292E-E1F8-4386-9CB8-CC8D659D1F35}" type="presOf" srcId="{2B94805E-2D3C-438F-AB75-CAB89694C22F}" destId="{80D6BD21-01B1-4CF3-9034-A72E8EF3B3B1}" srcOrd="0" destOrd="0" presId="urn:microsoft.com/office/officeart/2005/8/layout/process4"/>
    <dgm:cxn modelId="{202B1E31-93FC-417B-B819-AF04C0C83143}" type="presOf" srcId="{18173DBB-35E0-4755-9217-4F26DD009828}" destId="{01A69043-C9F4-4F64-BBB1-A4C97F3E0F69}" srcOrd="0" destOrd="0" presId="urn:microsoft.com/office/officeart/2005/8/layout/process4"/>
    <dgm:cxn modelId="{07BB1932-60B6-41B6-9E0E-7BB7F04A3137}" srcId="{71D74DC8-33F0-42BF-915E-6AFAD90648D7}" destId="{17D4CD85-6E76-41E4-BC16-95885F7F0A4B}" srcOrd="0" destOrd="0" parTransId="{D7601120-F35E-4C39-BB3D-E1A6FE1806D2}" sibTransId="{E3EDF1ED-3A15-4842-A5D2-27E46DE534FC}"/>
    <dgm:cxn modelId="{5CCDCC32-AF69-4E85-9B0B-93BCD2B3BEF0}" srcId="{61E54B32-75F3-4422-B93E-E4C0D8CD3E62}" destId="{E9E19069-FE12-475C-89AA-0797803E7A35}" srcOrd="4" destOrd="0" parTransId="{7A61C48D-9EC5-4292-ACC0-C6A6A52D9F47}" sibTransId="{50A09473-8513-483C-9D23-0A63239E7F83}"/>
    <dgm:cxn modelId="{84C45338-1985-4DFA-A281-CBCC67CC93E6}" srcId="{7C336DE3-92BE-414B-BE79-3DB298A8ECF2}" destId="{0EC1F241-32AD-4AD4-9AA7-FCD1A9E386E7}" srcOrd="0" destOrd="0" parTransId="{2192D6EC-6358-4FB7-9536-73129A863AA9}" sibTransId="{0EC2CE75-69C0-4030-931A-49B2ACF00144}"/>
    <dgm:cxn modelId="{63F79141-A199-46EC-BE7B-7D207F80BBA4}" srcId="{61E54B32-75F3-4422-B93E-E4C0D8CD3E62}" destId="{CCEA1D9A-EFD8-45A9-9846-305708EF3C6C}" srcOrd="5" destOrd="0" parTransId="{1AE75EC0-1C00-4789-869C-A4A0DA04F74C}" sibTransId="{B5C330E3-8AFC-436F-B881-CC336673F3C7}"/>
    <dgm:cxn modelId="{EEF9976D-88B4-4F49-BAFC-9C6C4497B15E}" type="presOf" srcId="{E9E19069-FE12-475C-89AA-0797803E7A35}" destId="{EDB666FD-BBEC-4302-AC6F-2C2E6CD62A0E}" srcOrd="0" destOrd="0" presId="urn:microsoft.com/office/officeart/2005/8/layout/process4"/>
    <dgm:cxn modelId="{E0B4C879-3B9E-45B6-9C43-4C8D399D5C43}" srcId="{61E54B32-75F3-4422-B93E-E4C0D8CD3E62}" destId="{7C336DE3-92BE-414B-BE79-3DB298A8ECF2}" srcOrd="2" destOrd="0" parTransId="{D4713B9A-6334-417F-ADA4-F8206F466322}" sibTransId="{3AB84B9B-4273-42EE-8ACB-94F1AE8A1FF1}"/>
    <dgm:cxn modelId="{CEC8875A-0E11-4C14-A472-66CD6C374903}" type="presOf" srcId="{0EC1F241-32AD-4AD4-9AA7-FCD1A9E386E7}" destId="{A190CBB5-0450-4FDD-9FAA-7E67CCB4C828}" srcOrd="0" destOrd="0" presId="urn:microsoft.com/office/officeart/2005/8/layout/process4"/>
    <dgm:cxn modelId="{6D2C5A85-9690-4D8B-A47C-0F69FF030344}" type="presOf" srcId="{71D74DC8-33F0-42BF-915E-6AFAD90648D7}" destId="{415222FF-417E-4FC8-A342-C60AB3C92652}" srcOrd="1" destOrd="0" presId="urn:microsoft.com/office/officeart/2005/8/layout/process4"/>
    <dgm:cxn modelId="{8484918B-173A-4221-BCB4-8D0F997FE588}" type="presOf" srcId="{7C336DE3-92BE-414B-BE79-3DB298A8ECF2}" destId="{68497000-2147-4EF5-8C98-70A451709E0D}" srcOrd="1" destOrd="0" presId="urn:microsoft.com/office/officeart/2005/8/layout/process4"/>
    <dgm:cxn modelId="{81E2CEA3-2AB1-4C8F-84E2-E4F59A01E8B9}" srcId="{71D74DC8-33F0-42BF-915E-6AFAD90648D7}" destId="{322F7058-89F6-4D25-858F-0D11DF0A1059}" srcOrd="2" destOrd="0" parTransId="{19F6DF71-19E7-4A62-AA64-216E00710F27}" sibTransId="{FAC80183-20F5-4ABA-AEE7-5C5B6E6E9C9F}"/>
    <dgm:cxn modelId="{144AEAA7-C63C-4AE1-AD29-B84D253D03B6}" type="presOf" srcId="{7C336DE3-92BE-414B-BE79-3DB298A8ECF2}" destId="{7960D832-E168-4CD3-A5F5-28B1EC03238D}" srcOrd="0" destOrd="0" presId="urn:microsoft.com/office/officeart/2005/8/layout/process4"/>
    <dgm:cxn modelId="{1C5882AB-01E5-40EA-8C6F-610F4B4FE086}" type="presOf" srcId="{C9847409-0817-4DC1-8DDD-F52A0F2E9EA6}" destId="{8BE0FF32-B73D-45BE-8952-7B15D4DB300D}" srcOrd="1" destOrd="0" presId="urn:microsoft.com/office/officeart/2005/8/layout/process4"/>
    <dgm:cxn modelId="{6ECF49BF-2949-42B9-A236-201553C91ABD}" type="presOf" srcId="{61E54B32-75F3-4422-B93E-E4C0D8CD3E62}" destId="{0237703D-DC3C-4136-B609-2D56AB41F58D}" srcOrd="0" destOrd="0" presId="urn:microsoft.com/office/officeart/2005/8/layout/process4"/>
    <dgm:cxn modelId="{63E886C8-B4FD-47BA-A067-699EB879BA08}" srcId="{C9847409-0817-4DC1-8DDD-F52A0F2E9EA6}" destId="{D5FFF8E4-A2B1-45D7-B06F-96192E3BBC03}" srcOrd="1" destOrd="0" parTransId="{8213D69F-70F7-41B9-B891-BDED5221E560}" sibTransId="{E67B2E23-307C-4DC7-9A4A-2E63EBA26474}"/>
    <dgm:cxn modelId="{EB6A68CB-FAB1-4989-906B-BCD29C470F25}" srcId="{C9847409-0817-4DC1-8DDD-F52A0F2E9EA6}" destId="{D5C29DB1-9711-43D6-BC76-864DBF0E460C}" srcOrd="0" destOrd="0" parTransId="{867A5981-BCF6-43B3-A911-EC888F307F23}" sibTransId="{10840A40-5A4E-462C-A37B-E5B0D19F2F4D}"/>
    <dgm:cxn modelId="{39DE87CB-9F66-4573-81B3-1721E78CE795}" srcId="{7C336DE3-92BE-414B-BE79-3DB298A8ECF2}" destId="{2B94805E-2D3C-438F-AB75-CAB89694C22F}" srcOrd="1" destOrd="0" parTransId="{E5C9AB5D-6D64-4F44-A4AE-E9AAB461B0A0}" sibTransId="{43D4AEBC-585C-487F-A816-C2A7B30A23C3}"/>
    <dgm:cxn modelId="{6B73C4D9-3041-4BC9-AA97-E32CE2A67D83}" type="presOf" srcId="{71D74DC8-33F0-42BF-915E-6AFAD90648D7}" destId="{DD0F3B1E-2F8A-4F5A-AB8B-0A9F465089F3}" srcOrd="0" destOrd="0" presId="urn:microsoft.com/office/officeart/2005/8/layout/process4"/>
    <dgm:cxn modelId="{C058E2D9-B9E2-44D3-BBEF-229C70BCAD45}" type="presOf" srcId="{D5FFF8E4-A2B1-45D7-B06F-96192E3BBC03}" destId="{082BEA0F-B2D8-4D38-9560-2ADB4B7B9AA0}" srcOrd="0" destOrd="0" presId="urn:microsoft.com/office/officeart/2005/8/layout/process4"/>
    <dgm:cxn modelId="{B03720EB-D30C-4D43-8D35-6186205A5BBB}" type="presOf" srcId="{638CFFDC-33F1-46B2-880A-1F37914770B2}" destId="{1622A2FF-375E-4F0F-8324-1C759A961B89}" srcOrd="0" destOrd="0" presId="urn:microsoft.com/office/officeart/2005/8/layout/process4"/>
    <dgm:cxn modelId="{7E9401FD-ED74-4ACF-9060-7ECF2ACBF4C6}" type="presOf" srcId="{D5C29DB1-9711-43D6-BC76-864DBF0E460C}" destId="{AEEAF0ED-782E-4247-8B61-2E72CB06E413}" srcOrd="0" destOrd="0" presId="urn:microsoft.com/office/officeart/2005/8/layout/process4"/>
    <dgm:cxn modelId="{5951BD5B-DFE7-4EBD-894C-E275D5905DD1}" type="presParOf" srcId="{0237703D-DC3C-4136-B609-2D56AB41F58D}" destId="{ED7CCB8F-9FE5-41A0-9938-94EDCC28C3EA}" srcOrd="0" destOrd="0" presId="urn:microsoft.com/office/officeart/2005/8/layout/process4"/>
    <dgm:cxn modelId="{EBF3E494-94E2-4BF3-9E4C-3C99FDD08132}" type="presParOf" srcId="{ED7CCB8F-9FE5-41A0-9938-94EDCC28C3EA}" destId="{48B28AD9-F7BE-42B2-BDD4-E497B02F97A5}" srcOrd="0" destOrd="0" presId="urn:microsoft.com/office/officeart/2005/8/layout/process4"/>
    <dgm:cxn modelId="{D215FA52-F9A6-44A2-AAB0-62755F94101C}" type="presParOf" srcId="{0237703D-DC3C-4136-B609-2D56AB41F58D}" destId="{6B85EA8A-57F4-4C10-842D-DBDFF4459466}" srcOrd="1" destOrd="0" presId="urn:microsoft.com/office/officeart/2005/8/layout/process4"/>
    <dgm:cxn modelId="{AEB9D9B5-BF68-42CB-BD44-A3371A9A219F}" type="presParOf" srcId="{0237703D-DC3C-4136-B609-2D56AB41F58D}" destId="{84252DD3-D39E-4C40-BFCA-57A0102CFCB4}" srcOrd="2" destOrd="0" presId="urn:microsoft.com/office/officeart/2005/8/layout/process4"/>
    <dgm:cxn modelId="{BF36E5EC-4D04-487E-B9BD-F9CC9158168F}" type="presParOf" srcId="{84252DD3-D39E-4C40-BFCA-57A0102CFCB4}" destId="{EDB666FD-BBEC-4302-AC6F-2C2E6CD62A0E}" srcOrd="0" destOrd="0" presId="urn:microsoft.com/office/officeart/2005/8/layout/process4"/>
    <dgm:cxn modelId="{D91B7221-99A7-490C-AE38-749FAC1124F4}" type="presParOf" srcId="{84252DD3-D39E-4C40-BFCA-57A0102CFCB4}" destId="{13FDF490-B91C-4CD6-8596-0A4AF589843C}" srcOrd="1" destOrd="0" presId="urn:microsoft.com/office/officeart/2005/8/layout/process4"/>
    <dgm:cxn modelId="{EFF4A492-FBAB-4DCC-B3E5-AFB667CF46C0}" type="presParOf" srcId="{84252DD3-D39E-4C40-BFCA-57A0102CFCB4}" destId="{DEBA95E4-150D-43A0-B068-5CAF9597D7A3}" srcOrd="2" destOrd="0" presId="urn:microsoft.com/office/officeart/2005/8/layout/process4"/>
    <dgm:cxn modelId="{564443A7-C766-43C2-ACD5-1355B57826B1}" type="presParOf" srcId="{DEBA95E4-150D-43A0-B068-5CAF9597D7A3}" destId="{1703966E-4BBB-43E3-964F-93E9135FACF2}" srcOrd="0" destOrd="0" presId="urn:microsoft.com/office/officeart/2005/8/layout/process4"/>
    <dgm:cxn modelId="{450DC7B3-59BD-4D3E-8301-D42C0C6D014F}" type="presParOf" srcId="{0237703D-DC3C-4136-B609-2D56AB41F58D}" destId="{26A3938E-6676-4D21-85A6-09A372ECDE46}" srcOrd="3" destOrd="0" presId="urn:microsoft.com/office/officeart/2005/8/layout/process4"/>
    <dgm:cxn modelId="{937FA99B-8490-4B55-8390-58F4FBBC92D7}" type="presParOf" srcId="{0237703D-DC3C-4136-B609-2D56AB41F58D}" destId="{DD6D9E77-E2C1-4C45-B1DA-D9E1D931E6F1}" srcOrd="4" destOrd="0" presId="urn:microsoft.com/office/officeart/2005/8/layout/process4"/>
    <dgm:cxn modelId="{B9964D29-3EA2-4119-A8FF-CF2722D40B19}" type="presParOf" srcId="{DD6D9E77-E2C1-4C45-B1DA-D9E1D931E6F1}" destId="{F8477690-4341-4D2E-80E6-A9FE71E7B985}" srcOrd="0" destOrd="0" presId="urn:microsoft.com/office/officeart/2005/8/layout/process4"/>
    <dgm:cxn modelId="{83F0FCBA-B70A-43FB-9D43-BF096AED32C2}" type="presParOf" srcId="{DD6D9E77-E2C1-4C45-B1DA-D9E1D931E6F1}" destId="{8BE0FF32-B73D-45BE-8952-7B15D4DB300D}" srcOrd="1" destOrd="0" presId="urn:microsoft.com/office/officeart/2005/8/layout/process4"/>
    <dgm:cxn modelId="{E70A69D7-DBC2-4C48-AC5F-8D60AD9E938D}" type="presParOf" srcId="{DD6D9E77-E2C1-4C45-B1DA-D9E1D931E6F1}" destId="{6D2D5889-B1DA-4150-ABAE-65C3EAE9FD4A}" srcOrd="2" destOrd="0" presId="urn:microsoft.com/office/officeart/2005/8/layout/process4"/>
    <dgm:cxn modelId="{10D9DB4E-4A4F-4887-8850-64E98702943E}" type="presParOf" srcId="{6D2D5889-B1DA-4150-ABAE-65C3EAE9FD4A}" destId="{AEEAF0ED-782E-4247-8B61-2E72CB06E413}" srcOrd="0" destOrd="0" presId="urn:microsoft.com/office/officeart/2005/8/layout/process4"/>
    <dgm:cxn modelId="{2FC1E5B4-2F23-4B50-B6CD-E0B342723CC5}" type="presParOf" srcId="{6D2D5889-B1DA-4150-ABAE-65C3EAE9FD4A}" destId="{082BEA0F-B2D8-4D38-9560-2ADB4B7B9AA0}" srcOrd="1" destOrd="0" presId="urn:microsoft.com/office/officeart/2005/8/layout/process4"/>
    <dgm:cxn modelId="{B08249B4-D3C5-4E0E-B956-096B4D378690}" type="presParOf" srcId="{0237703D-DC3C-4136-B609-2D56AB41F58D}" destId="{9801F692-360D-4F99-AC4B-DA43DB9B6FFF}" srcOrd="5" destOrd="0" presId="urn:microsoft.com/office/officeart/2005/8/layout/process4"/>
    <dgm:cxn modelId="{D11D1585-CDDF-4C1D-8B7F-707D4E6B36DB}" type="presParOf" srcId="{0237703D-DC3C-4136-B609-2D56AB41F58D}" destId="{01BF8FF7-D416-43DB-8BD8-2DB66401E802}" srcOrd="6" destOrd="0" presId="urn:microsoft.com/office/officeart/2005/8/layout/process4"/>
    <dgm:cxn modelId="{3175CCD7-1027-4BA6-BD33-6487A0D07FF4}" type="presParOf" srcId="{01BF8FF7-D416-43DB-8BD8-2DB66401E802}" destId="{7960D832-E168-4CD3-A5F5-28B1EC03238D}" srcOrd="0" destOrd="0" presId="urn:microsoft.com/office/officeart/2005/8/layout/process4"/>
    <dgm:cxn modelId="{54A45C14-86A4-4AC6-84C4-FD0228286718}" type="presParOf" srcId="{01BF8FF7-D416-43DB-8BD8-2DB66401E802}" destId="{68497000-2147-4EF5-8C98-70A451709E0D}" srcOrd="1" destOrd="0" presId="urn:microsoft.com/office/officeart/2005/8/layout/process4"/>
    <dgm:cxn modelId="{8C36D977-586A-463A-9A44-7FA254AD9D55}" type="presParOf" srcId="{01BF8FF7-D416-43DB-8BD8-2DB66401E802}" destId="{A6BFD764-B90E-4EF0-BC22-42D6B098777D}" srcOrd="2" destOrd="0" presId="urn:microsoft.com/office/officeart/2005/8/layout/process4"/>
    <dgm:cxn modelId="{47879C55-D0CC-4360-8485-F2D439DA03F6}" type="presParOf" srcId="{A6BFD764-B90E-4EF0-BC22-42D6B098777D}" destId="{A190CBB5-0450-4FDD-9FAA-7E67CCB4C828}" srcOrd="0" destOrd="0" presId="urn:microsoft.com/office/officeart/2005/8/layout/process4"/>
    <dgm:cxn modelId="{D1944ABD-D706-4CC2-B6CC-E654E8511357}" type="presParOf" srcId="{A6BFD764-B90E-4EF0-BC22-42D6B098777D}" destId="{80D6BD21-01B1-4CF3-9034-A72E8EF3B3B1}" srcOrd="1" destOrd="0" presId="urn:microsoft.com/office/officeart/2005/8/layout/process4"/>
    <dgm:cxn modelId="{89BE573C-7469-4AF1-91CF-2D86FBACE4C2}" type="presParOf" srcId="{0237703D-DC3C-4136-B609-2D56AB41F58D}" destId="{B96CF0B3-A1EA-43A8-AB5F-FC8E180C93FD}" srcOrd="7" destOrd="0" presId="urn:microsoft.com/office/officeart/2005/8/layout/process4"/>
    <dgm:cxn modelId="{5EE48A15-9AEF-4BFF-95E6-7D13A03458C2}" type="presParOf" srcId="{0237703D-DC3C-4136-B609-2D56AB41F58D}" destId="{2A77E336-61D4-4794-BEB6-FFEAAF472C3E}" srcOrd="8" destOrd="0" presId="urn:microsoft.com/office/officeart/2005/8/layout/process4"/>
    <dgm:cxn modelId="{7406F694-09C1-4933-B6A5-7F6938453128}" type="presParOf" srcId="{2A77E336-61D4-4794-BEB6-FFEAAF472C3E}" destId="{DD0F3B1E-2F8A-4F5A-AB8B-0A9F465089F3}" srcOrd="0" destOrd="0" presId="urn:microsoft.com/office/officeart/2005/8/layout/process4"/>
    <dgm:cxn modelId="{9FB6D1B6-7283-4B69-A7B3-469F1D13DFED}" type="presParOf" srcId="{2A77E336-61D4-4794-BEB6-FFEAAF472C3E}" destId="{415222FF-417E-4FC8-A342-C60AB3C92652}" srcOrd="1" destOrd="0" presId="urn:microsoft.com/office/officeart/2005/8/layout/process4"/>
    <dgm:cxn modelId="{DE454F3D-E168-42A7-85BE-2470EF22A65A}" type="presParOf" srcId="{2A77E336-61D4-4794-BEB6-FFEAAF472C3E}" destId="{A948BE77-EEB6-4956-B31F-9E51658B8675}" srcOrd="2" destOrd="0" presId="urn:microsoft.com/office/officeart/2005/8/layout/process4"/>
    <dgm:cxn modelId="{F043F0A3-4B09-49F4-9D1E-C9F90F7284A7}" type="presParOf" srcId="{A948BE77-EEB6-4956-B31F-9E51658B8675}" destId="{262B5A57-0E10-462F-8DD6-A18C277D6B26}" srcOrd="0" destOrd="0" presId="urn:microsoft.com/office/officeart/2005/8/layout/process4"/>
    <dgm:cxn modelId="{CF7A5F8F-7EBA-4056-BBFC-D7FE88A39F13}" type="presParOf" srcId="{A948BE77-EEB6-4956-B31F-9E51658B8675}" destId="{01A69043-C9F4-4F64-BBB1-A4C97F3E0F69}" srcOrd="1" destOrd="0" presId="urn:microsoft.com/office/officeart/2005/8/layout/process4"/>
    <dgm:cxn modelId="{022336DE-89F4-4162-8332-D611B9CEAC29}" type="presParOf" srcId="{A948BE77-EEB6-4956-B31F-9E51658B8675}" destId="{D06F81AF-3FD4-4EFB-9B2F-80D2E99D855C}" srcOrd="2" destOrd="0" presId="urn:microsoft.com/office/officeart/2005/8/layout/process4"/>
    <dgm:cxn modelId="{BFA8E5CC-4331-4D4A-BCD5-CC8613983149}" type="presParOf" srcId="{0237703D-DC3C-4136-B609-2D56AB41F58D}" destId="{3422AD21-0BDE-4E06-A545-C74370792B7D}" srcOrd="9" destOrd="0" presId="urn:microsoft.com/office/officeart/2005/8/layout/process4"/>
    <dgm:cxn modelId="{CEFE159B-EBCE-491E-B6BC-93035A41BAC3}" type="presParOf" srcId="{0237703D-DC3C-4136-B609-2D56AB41F58D}" destId="{7A7EFE2C-75D4-421F-8CE1-4483F69BFE27}" srcOrd="10" destOrd="0" presId="urn:microsoft.com/office/officeart/2005/8/layout/process4"/>
    <dgm:cxn modelId="{354A201C-5850-425A-9643-B192A61C0984}" type="presParOf" srcId="{7A7EFE2C-75D4-421F-8CE1-4483F69BFE27}" destId="{1622A2FF-375E-4F0F-8324-1C759A961B8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B28AD9-F7BE-42B2-BDD4-E497B02F97A5}">
      <dsp:nvSpPr>
        <dsp:cNvPr id="0" name=""/>
        <dsp:cNvSpPr/>
      </dsp:nvSpPr>
      <dsp:spPr>
        <a:xfrm>
          <a:off x="0" y="68981"/>
          <a:ext cx="60960" cy="90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 dirty="0"/>
            <a:t>Crowd Output</a:t>
          </a:r>
        </a:p>
      </dsp:txBody>
      <dsp:txXfrm>
        <a:off x="0" y="68981"/>
        <a:ext cx="60960" cy="9053"/>
      </dsp:txXfrm>
    </dsp:sp>
    <dsp:sp modelId="{13FDF490-B91C-4CD6-8596-0A4AF589843C}">
      <dsp:nvSpPr>
        <dsp:cNvPr id="0" name=""/>
        <dsp:cNvSpPr/>
      </dsp:nvSpPr>
      <dsp:spPr>
        <a:xfrm rot="10800000">
          <a:off x="0" y="55192"/>
          <a:ext cx="60960" cy="1392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 dirty="0"/>
            <a:t>Classification Decoder Network</a:t>
          </a:r>
        </a:p>
      </dsp:txBody>
      <dsp:txXfrm rot="-10800000">
        <a:off x="0" y="55192"/>
        <a:ext cx="60960" cy="4887"/>
      </dsp:txXfrm>
    </dsp:sp>
    <dsp:sp modelId="{1703966E-4BBB-43E3-964F-93E9135FACF2}">
      <dsp:nvSpPr>
        <dsp:cNvPr id="0" name=""/>
        <dsp:cNvSpPr/>
      </dsp:nvSpPr>
      <dsp:spPr>
        <a:xfrm>
          <a:off x="0" y="60079"/>
          <a:ext cx="60960" cy="41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6350" rIns="3556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 dirty="0"/>
            <a:t>Generates Density Map</a:t>
          </a:r>
        </a:p>
      </dsp:txBody>
      <dsp:txXfrm>
        <a:off x="0" y="60079"/>
        <a:ext cx="60960" cy="4163"/>
      </dsp:txXfrm>
    </dsp:sp>
    <dsp:sp modelId="{8BE0FF32-B73D-45BE-8952-7B15D4DB300D}">
      <dsp:nvSpPr>
        <dsp:cNvPr id="0" name=""/>
        <dsp:cNvSpPr/>
      </dsp:nvSpPr>
      <dsp:spPr>
        <a:xfrm rot="10800000">
          <a:off x="0" y="60065"/>
          <a:ext cx="60960" cy="1392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 dirty="0"/>
            <a:t>Shunting  Inhibition Module</a:t>
          </a:r>
        </a:p>
      </dsp:txBody>
      <dsp:txXfrm rot="-10800000">
        <a:off x="0" y="60065"/>
        <a:ext cx="60960" cy="4887"/>
      </dsp:txXfrm>
    </dsp:sp>
    <dsp:sp modelId="{AEEAF0ED-782E-4247-8B61-2E72CB06E413}">
      <dsp:nvSpPr>
        <dsp:cNvPr id="0" name=""/>
        <dsp:cNvSpPr/>
      </dsp:nvSpPr>
      <dsp:spPr>
        <a:xfrm>
          <a:off x="0" y="46291"/>
          <a:ext cx="30480" cy="41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6350" rIns="3556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Enhances Key Features</a:t>
          </a:r>
          <a:endParaRPr lang="en-IN" sz="500" kern="1200" dirty="0"/>
        </a:p>
      </dsp:txBody>
      <dsp:txXfrm>
        <a:off x="0" y="46291"/>
        <a:ext cx="30480" cy="4163"/>
      </dsp:txXfrm>
    </dsp:sp>
    <dsp:sp modelId="{082BEA0F-B2D8-4D38-9560-2ADB4B7B9AA0}">
      <dsp:nvSpPr>
        <dsp:cNvPr id="0" name=""/>
        <dsp:cNvSpPr/>
      </dsp:nvSpPr>
      <dsp:spPr>
        <a:xfrm>
          <a:off x="30480" y="46291"/>
          <a:ext cx="30480" cy="41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6350" rIns="3556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 dirty="0"/>
            <a:t>Suppresses </a:t>
          </a:r>
          <a:r>
            <a:rPr lang="en-IN" sz="500" kern="1200"/>
            <a:t>Background Noise</a:t>
          </a:r>
          <a:endParaRPr lang="en-IN" sz="500" kern="1200" dirty="0"/>
        </a:p>
      </dsp:txBody>
      <dsp:txXfrm>
        <a:off x="30480" y="46291"/>
        <a:ext cx="30480" cy="4163"/>
      </dsp:txXfrm>
    </dsp:sp>
    <dsp:sp modelId="{68497000-2147-4EF5-8C98-70A451709E0D}">
      <dsp:nvSpPr>
        <dsp:cNvPr id="0" name=""/>
        <dsp:cNvSpPr/>
      </dsp:nvSpPr>
      <dsp:spPr>
        <a:xfrm rot="10800000">
          <a:off x="0" y="27614"/>
          <a:ext cx="60960" cy="1392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Feature Extraction (Encoder)</a:t>
          </a:r>
          <a:endParaRPr lang="en-IN" sz="500" kern="1200" dirty="0"/>
        </a:p>
      </dsp:txBody>
      <dsp:txXfrm rot="-10800000">
        <a:off x="0" y="27614"/>
        <a:ext cx="60960" cy="4887"/>
      </dsp:txXfrm>
    </dsp:sp>
    <dsp:sp modelId="{A190CBB5-0450-4FDD-9FAA-7E67CCB4C828}">
      <dsp:nvSpPr>
        <dsp:cNvPr id="0" name=""/>
        <dsp:cNvSpPr/>
      </dsp:nvSpPr>
      <dsp:spPr>
        <a:xfrm>
          <a:off x="0" y="32502"/>
          <a:ext cx="30480" cy="41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6350" rIns="3556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EfficientNet-B4 Backbone</a:t>
          </a:r>
          <a:endParaRPr lang="en-IN" sz="500" kern="1200" dirty="0"/>
        </a:p>
      </dsp:txBody>
      <dsp:txXfrm>
        <a:off x="0" y="32502"/>
        <a:ext cx="30480" cy="4163"/>
      </dsp:txXfrm>
    </dsp:sp>
    <dsp:sp modelId="{80D6BD21-01B1-4CF3-9034-A72E8EF3B3B1}">
      <dsp:nvSpPr>
        <dsp:cNvPr id="0" name=""/>
        <dsp:cNvSpPr/>
      </dsp:nvSpPr>
      <dsp:spPr>
        <a:xfrm>
          <a:off x="30480" y="32502"/>
          <a:ext cx="30480" cy="41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6350" rIns="3556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 dirty="0"/>
            <a:t>Multi-scale Feature Extraction</a:t>
          </a:r>
        </a:p>
      </dsp:txBody>
      <dsp:txXfrm>
        <a:off x="30480" y="32502"/>
        <a:ext cx="30480" cy="4163"/>
      </dsp:txXfrm>
    </dsp:sp>
    <dsp:sp modelId="{415222FF-417E-4FC8-A342-C60AB3C92652}">
      <dsp:nvSpPr>
        <dsp:cNvPr id="0" name=""/>
        <dsp:cNvSpPr/>
      </dsp:nvSpPr>
      <dsp:spPr>
        <a:xfrm rot="10800000">
          <a:off x="0" y="13825"/>
          <a:ext cx="60960" cy="1392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Pre - Processing</a:t>
          </a:r>
          <a:endParaRPr lang="en-IN" sz="500" kern="1200" dirty="0"/>
        </a:p>
      </dsp:txBody>
      <dsp:txXfrm rot="-10800000">
        <a:off x="0" y="13825"/>
        <a:ext cx="60960" cy="4887"/>
      </dsp:txXfrm>
    </dsp:sp>
    <dsp:sp modelId="{262B5A57-0E10-462F-8DD6-A18C277D6B26}">
      <dsp:nvSpPr>
        <dsp:cNvPr id="0" name=""/>
        <dsp:cNvSpPr/>
      </dsp:nvSpPr>
      <dsp:spPr>
        <a:xfrm>
          <a:off x="29" y="18713"/>
          <a:ext cx="20300" cy="41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6350" rIns="3556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 dirty="0"/>
            <a:t>Image Resizing</a:t>
          </a:r>
        </a:p>
      </dsp:txBody>
      <dsp:txXfrm>
        <a:off x="29" y="18713"/>
        <a:ext cx="20300" cy="4163"/>
      </dsp:txXfrm>
    </dsp:sp>
    <dsp:sp modelId="{01A69043-C9F4-4F64-BBB1-A4C97F3E0F69}">
      <dsp:nvSpPr>
        <dsp:cNvPr id="0" name=""/>
        <dsp:cNvSpPr/>
      </dsp:nvSpPr>
      <dsp:spPr>
        <a:xfrm>
          <a:off x="20329" y="18713"/>
          <a:ext cx="20300" cy="41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6350" rIns="3556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Normalization</a:t>
          </a:r>
          <a:endParaRPr lang="en-IN" sz="500" kern="1200" dirty="0"/>
        </a:p>
      </dsp:txBody>
      <dsp:txXfrm>
        <a:off x="20329" y="18713"/>
        <a:ext cx="20300" cy="4163"/>
      </dsp:txXfrm>
    </dsp:sp>
    <dsp:sp modelId="{D06F81AF-3FD4-4EFB-9B2F-80D2E99D855C}">
      <dsp:nvSpPr>
        <dsp:cNvPr id="0" name=""/>
        <dsp:cNvSpPr/>
      </dsp:nvSpPr>
      <dsp:spPr>
        <a:xfrm>
          <a:off x="40630" y="18713"/>
          <a:ext cx="20300" cy="416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6350" rIns="3556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Density Map Generation</a:t>
          </a:r>
          <a:endParaRPr lang="en-IN" sz="500" kern="1200" dirty="0"/>
        </a:p>
      </dsp:txBody>
      <dsp:txXfrm>
        <a:off x="40630" y="18713"/>
        <a:ext cx="20300" cy="4163"/>
      </dsp:txXfrm>
    </dsp:sp>
    <dsp:sp modelId="{1622A2FF-375E-4F0F-8324-1C759A961B89}">
      <dsp:nvSpPr>
        <dsp:cNvPr id="0" name=""/>
        <dsp:cNvSpPr/>
      </dsp:nvSpPr>
      <dsp:spPr>
        <a:xfrm rot="10800000">
          <a:off x="0" y="36"/>
          <a:ext cx="60960" cy="1392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 dirty="0"/>
            <a:t>Input Crowd Image</a:t>
          </a:r>
        </a:p>
      </dsp:txBody>
      <dsp:txXfrm rot="10800000">
        <a:off x="0" y="36"/>
        <a:ext cx="60960" cy="90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199655-05E8-4463-9482-2D23FD405AF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9CC48-2212-46F0-B96C-6F8104E82434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385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582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E0E28-087F-4BBF-B8BC-055CB0BBD464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E3DF0-35B4-40E5-AC91-1A2000F812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1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5E3DF0-35B4-40E5-AC91-1A2000F8127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383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FB5A5-9AD5-4C5E-A5FC-411B4C382AB6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652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A069-8CF8-43D5-890A-A44A98E25D4C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02064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376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AE7CB-7D39-466B-8634-DE2E8DBAAAAB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791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D4CE5-D04D-409B-9869-5DBF0E4AD9AC}" type="datetime1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758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3E3F0-3239-452D-89E4-50B40260EA65}" type="datetime1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27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51DC4-E4E5-478F-B8AD-62EAD6D9AE26}" type="datetime1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415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8CCD1-712E-439D-A2B1-47B4864D2FAB}" type="datetime1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62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42DC-6938-4DE2-8836-2262FC4648C6}" type="datetime1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320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00E9A-9EA9-4B6C-B63C-A773486B3B4C}" type="datetime1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27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DDBB6-CEFF-4F52-85D4-2806C50501D3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357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F3F4F-2379-4AAE-852C-45DA149BAF29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206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3322B-0C8F-4E46-AC65-0C697070F09E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Review No.  3       Batch No.   AB7       Department of CSE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CBD69-296B-4D7C-AF62-9B588FC787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517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CD1E-CE49-9C56-B94F-276875E4B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473" y="1614197"/>
            <a:ext cx="10299441" cy="3041780"/>
          </a:xfrm>
        </p:spPr>
        <p:txBody>
          <a:bodyPr>
            <a:noAutofit/>
          </a:bodyPr>
          <a:lstStyle/>
          <a:p>
            <a:r>
              <a:rPr lang="en-US" sz="5400" b="1" dirty="0" err="1">
                <a:solidFill>
                  <a:srgbClr val="FF0000"/>
                </a:solidFill>
              </a:rPr>
              <a:t>GrowSmart</a:t>
            </a:r>
            <a:r>
              <a:rPr lang="en-US" sz="5400" b="1" dirty="0">
                <a:solidFill>
                  <a:srgbClr val="FF0000"/>
                </a:solidFill>
              </a:rPr>
              <a:t> Dual-Stage Machine Learning and Deep</a:t>
            </a:r>
            <a:br>
              <a:rPr lang="en-US" sz="5400" b="1" dirty="0">
                <a:solidFill>
                  <a:srgbClr val="FF0000"/>
                </a:solidFill>
              </a:rPr>
            </a:br>
            <a:r>
              <a:rPr lang="en-US" sz="5400" b="1" dirty="0">
                <a:solidFill>
                  <a:srgbClr val="FF0000"/>
                </a:solidFill>
              </a:rPr>
              <a:t>Learning Framework for Urban Agriculture</a:t>
            </a:r>
            <a:endParaRPr lang="en-IN" sz="5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4A291-3840-A232-5FDD-C957319B9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574E5-84A6-D65B-08F8-6ABFAD255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1      Batch No.   BB7      Department of CSE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EAE83-E101-7788-5957-F7FCBA3F0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1C1983-F81B-E494-6D2E-28B0DBB06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674"/>
            <a:ext cx="3762900" cy="57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415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7"/>
          <p:cNvSpPr txBox="1">
            <a:spLocks/>
          </p:cNvSpPr>
          <p:nvPr/>
        </p:nvSpPr>
        <p:spPr>
          <a:xfrm>
            <a:off x="1754154" y="705471"/>
            <a:ext cx="8915400" cy="375925"/>
          </a:xfrm>
          <a:prstGeom prst="roundRect">
            <a:avLst>
              <a:gd name="adj" fmla="val 16667"/>
            </a:avLst>
          </a:prstGeom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lvl="0" algn="ctr">
              <a:spcBef>
                <a:spcPct val="20000"/>
              </a:spcBef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itchFamily="18" charset="0"/>
              </a:rPr>
              <a:t>Department of Computer Science and Engineering</a:t>
            </a:r>
          </a:p>
          <a:p>
            <a:pPr lvl="0" algn="ctr">
              <a:spcBef>
                <a:spcPct val="20000"/>
              </a:spcBef>
              <a:defRPr/>
            </a:pPr>
            <a:r>
              <a:rPr lang="en-US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GrowSmart</a:t>
            </a: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Dual-Stage Machine Learning and Deep</a:t>
            </a:r>
          </a:p>
          <a:p>
            <a:pPr lvl="0" algn="ctr">
              <a:spcBef>
                <a:spcPct val="20000"/>
              </a:spcBef>
              <a:defRPr/>
            </a:pPr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Learning Framework for Urban Agriculture</a:t>
            </a:r>
            <a:b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endParaRPr 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1013703" y="1991357"/>
            <a:ext cx="9144000" cy="160342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PRESENTED BY</a:t>
            </a:r>
          </a:p>
          <a:p>
            <a:pPr algn="l" eaLnBrk="1" hangingPunct="1"/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		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Patalam Nayeem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		                           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itchFamily="18" charset="0"/>
              </a:rPr>
              <a:t>22471A05B5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algn="l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		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itchFamily="18" charset="0"/>
              </a:rPr>
              <a:t>Addaki</a:t>
            </a:r>
            <a:r>
              <a:rPr lang="en-US" altLang="en-US" sz="2000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itchFamily="18" charset="0"/>
              </a:rPr>
              <a:t>VarunYadav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                          		 </a:t>
            </a:r>
            <a:r>
              <a:rPr lang="en-US" altLang="en-US" sz="2000" dirty="0">
                <a:latin typeface="Times New Roman" panose="02020603050405020304" pitchFamily="18" charset="0"/>
                <a:cs typeface="Times New Roman" pitchFamily="18" charset="0"/>
              </a:rPr>
              <a:t>22471A0571</a:t>
            </a:r>
            <a:endParaRPr lang="en-IN" sz="2000" dirty="0"/>
          </a:p>
          <a:p>
            <a:pPr algn="l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	              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Kuppala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 Purna Chandra Rao</a:t>
            </a:r>
            <a:r>
              <a:rPr lang="en-US" altLang="en-US" sz="2000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                                     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itchFamily="18" charset="0"/>
              </a:rPr>
              <a:t>22471A05A5</a:t>
            </a:r>
          </a:p>
          <a:p>
            <a:pPr algn="l"/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7" name="Subtitle 2"/>
          <p:cNvSpPr txBox="1">
            <a:spLocks/>
          </p:cNvSpPr>
          <p:nvPr/>
        </p:nvSpPr>
        <p:spPr bwMode="auto">
          <a:xfrm>
            <a:off x="2782854" y="3571458"/>
            <a:ext cx="6858000" cy="2288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006600"/>
                </a:solidFill>
                <a:latin typeface="Times New Roman" panose="02020603050405020304" pitchFamily="18" charset="0"/>
                <a:cs typeface="Times New Roman" pitchFamily="18" charset="0"/>
              </a:rPr>
              <a:t>Under the Guidance of,</a:t>
            </a:r>
            <a:endParaRPr lang="en-US" altLang="en-US" b="1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spcBef>
                <a:spcPct val="20000"/>
              </a:spcBef>
              <a:buFont typeface="Wingdings" pitchFamily="2" charset="2"/>
              <a:buNone/>
            </a:pPr>
            <a:endParaRPr lang="en-US" altLang="en-US" sz="9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spcBef>
                <a:spcPct val="20000"/>
              </a:spcBef>
            </a:pPr>
            <a:r>
              <a:rPr lang="en-IN" dirty="0"/>
              <a:t> </a:t>
            </a:r>
            <a:r>
              <a:rPr lang="en-US" b="1" dirty="0"/>
              <a:t>Ch Rajani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M.Tech,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1600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Assistant Professor,</a:t>
            </a: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Department of Computer Science and Engineering,</a:t>
            </a: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1600" dirty="0" err="1">
                <a:latin typeface="Times New Roman" pitchFamily="18" charset="0"/>
                <a:cs typeface="Times New Roman" pitchFamily="18" charset="0"/>
              </a:rPr>
              <a:t>Narasaraopeta</a:t>
            </a: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 Engineering College (Autonomous),</a:t>
            </a:r>
          </a:p>
          <a:p>
            <a:pPr algn="ctr" eaLnBrk="1" hangingPunct="1">
              <a:lnSpc>
                <a:spcPct val="15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en-US" sz="1600" dirty="0" err="1">
                <a:latin typeface="Times New Roman" pitchFamily="18" charset="0"/>
                <a:cs typeface="Times New Roman" pitchFamily="18" charset="0"/>
              </a:rPr>
              <a:t>Narasaraopet</a:t>
            </a:r>
            <a:r>
              <a:rPr lang="en-US" altLang="en-US" sz="1600" dirty="0">
                <a:latin typeface="Times New Roman" pitchFamily="18" charset="0"/>
                <a:cs typeface="Times New Roman" pitchFamily="18" charset="0"/>
              </a:rPr>
              <a:t>- 522 601.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674"/>
            <a:ext cx="3762900" cy="57902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8E28E1-D21D-A890-E735-1BE8CECBF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A7BC5-E2C5-B866-376E-2136F399C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1       Batch No.   BB7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82B04-E0CD-BA5A-E603-26218D05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36030"/>
            <a:ext cx="2743200" cy="365125"/>
          </a:xfrm>
        </p:spPr>
        <p:txBody>
          <a:bodyPr/>
          <a:lstStyle/>
          <a:p>
            <a:fld id="{65DCBD69-296B-4D7C-AF62-9B588FC787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691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4193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/ Flow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and Answers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FBD3E7-CA13-4C6D-C568-7526ADA99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6A06A-AB34-B643-BCA7-915CF97DC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1       Batch No.   BB7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51766-A140-B3BD-55F8-E8376912C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752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1439"/>
            <a:ext cx="10515600" cy="5380356"/>
          </a:xfrm>
        </p:spPr>
        <p:txBody>
          <a:bodyPr>
            <a:noAutofit/>
          </a:bodyPr>
          <a:lstStyle/>
          <a:p>
            <a:r>
              <a:rPr lang="en-US" sz="2400" b="1" dirty="0" err="1"/>
              <a:t>GrowSmart</a:t>
            </a:r>
            <a:r>
              <a:rPr lang="en-US" sz="2400" dirty="0"/>
              <a:t> is an intelligent agriculture support system using </a:t>
            </a:r>
            <a:r>
              <a:rPr lang="en-US" sz="2400" b="1" dirty="0"/>
              <a:t>Machine Learning (ML)</a:t>
            </a:r>
            <a:r>
              <a:rPr lang="en-US" sz="2400" dirty="0"/>
              <a:t> and </a:t>
            </a:r>
            <a:r>
              <a:rPr lang="en-US" sz="2400" b="1" dirty="0"/>
              <a:t>Deep Learning (DL)</a:t>
            </a:r>
            <a:r>
              <a:rPr lang="en-US" sz="2400" dirty="0"/>
              <a:t> techniques.</a:t>
            </a:r>
          </a:p>
          <a:p>
            <a:r>
              <a:rPr lang="en-IN" sz="2600" dirty="0"/>
              <a:t> </a:t>
            </a:r>
            <a:r>
              <a:rPr lang="en-US" sz="2400" dirty="0"/>
              <a:t>Integrates </a:t>
            </a:r>
            <a:r>
              <a:rPr lang="en-US" sz="2400" b="1" dirty="0"/>
              <a:t>soil parameters</a:t>
            </a:r>
            <a:r>
              <a:rPr lang="en-US" sz="2400" dirty="0"/>
              <a:t> (N, P, K, pH, rainfall) and </a:t>
            </a:r>
            <a:r>
              <a:rPr lang="en-US" sz="2400" b="1" dirty="0"/>
              <a:t>real-time weather data</a:t>
            </a:r>
            <a:r>
              <a:rPr lang="en-US" sz="2400" dirty="0"/>
              <a:t> for accurate </a:t>
            </a:r>
            <a:r>
              <a:rPr lang="en-US" sz="2400" b="1" dirty="0"/>
              <a:t>crop recommendations</a:t>
            </a:r>
            <a:r>
              <a:rPr lang="en-US" sz="2400" dirty="0"/>
              <a:t> using </a:t>
            </a:r>
            <a:r>
              <a:rPr lang="en-US" sz="2400" b="1" dirty="0"/>
              <a:t>Random Forest</a:t>
            </a:r>
            <a:r>
              <a:rPr lang="en-US" sz="2400" dirty="0"/>
              <a:t>.</a:t>
            </a:r>
            <a:endParaRPr lang="en-IN" sz="2600" dirty="0"/>
          </a:p>
          <a:p>
            <a:r>
              <a:rPr lang="en-US" sz="2400" dirty="0"/>
              <a:t>Enhances </a:t>
            </a:r>
            <a:r>
              <a:rPr lang="en-US" sz="2400" b="1" dirty="0"/>
              <a:t>plant disease detection</a:t>
            </a:r>
            <a:r>
              <a:rPr lang="en-US" sz="2400" dirty="0"/>
              <a:t> by upgrading from </a:t>
            </a:r>
            <a:r>
              <a:rPr lang="en-US" sz="2400" b="1" dirty="0"/>
              <a:t>ResNet9</a:t>
            </a:r>
            <a:r>
              <a:rPr lang="en-US" sz="2400" dirty="0"/>
              <a:t> to </a:t>
            </a:r>
            <a:r>
              <a:rPr lang="en-US" sz="2400" b="1" dirty="0" err="1"/>
              <a:t>EfficientNet</a:t>
            </a:r>
            <a:r>
              <a:rPr lang="en-US" sz="2400" dirty="0"/>
              <a:t> for high-accuracy leaf image classification.</a:t>
            </a:r>
            <a:endParaRPr lang="en-IN" sz="2600" dirty="0"/>
          </a:p>
          <a:p>
            <a:r>
              <a:rPr lang="en-US" sz="2400" dirty="0"/>
              <a:t>Combines </a:t>
            </a:r>
            <a:r>
              <a:rPr lang="en-US" sz="2400" b="1" dirty="0"/>
              <a:t>predictive analytics</a:t>
            </a:r>
            <a:r>
              <a:rPr lang="en-US" sz="2400" dirty="0"/>
              <a:t> and </a:t>
            </a:r>
            <a:r>
              <a:rPr lang="en-US" sz="2400" b="1" dirty="0"/>
              <a:t>image-based diagnosis</a:t>
            </a:r>
            <a:r>
              <a:rPr lang="en-US" sz="2400" dirty="0"/>
              <a:t> to help farmers </a:t>
            </a:r>
            <a:r>
              <a:rPr lang="en-US" sz="2400" b="1" dirty="0"/>
              <a:t>maximize yield</a:t>
            </a:r>
            <a:r>
              <a:rPr lang="en-US" sz="2400" dirty="0"/>
              <a:t> and </a:t>
            </a:r>
            <a:r>
              <a:rPr lang="en-US" sz="2400" b="1" dirty="0"/>
              <a:t>reduce crop losses</a:t>
            </a:r>
            <a:r>
              <a:rPr lang="en-US" sz="2400" dirty="0"/>
              <a:t>.</a:t>
            </a:r>
          </a:p>
          <a:p>
            <a:r>
              <a:rPr lang="en-US" sz="2400" dirty="0"/>
              <a:t>Trained and tested on </a:t>
            </a:r>
            <a:r>
              <a:rPr lang="en-US" sz="2400" b="1" dirty="0"/>
              <a:t>Kaggle Crop Recommendation</a:t>
            </a:r>
            <a:r>
              <a:rPr lang="en-US" sz="2400" dirty="0"/>
              <a:t> and </a:t>
            </a:r>
            <a:r>
              <a:rPr lang="en-US" sz="2400" b="1" dirty="0" err="1"/>
              <a:t>PlantVillage</a:t>
            </a:r>
            <a:r>
              <a:rPr lang="en-US" sz="2400" dirty="0"/>
              <a:t> datasets.</a:t>
            </a:r>
            <a:endParaRPr lang="en-IN" sz="2600" dirty="0"/>
          </a:p>
          <a:p>
            <a:r>
              <a:rPr lang="en-US" sz="2400" dirty="0"/>
              <a:t>Provides a </a:t>
            </a:r>
            <a:r>
              <a:rPr lang="en-US" sz="2400" b="1" dirty="0"/>
              <a:t>scalable, data-driven solution</a:t>
            </a:r>
            <a:r>
              <a:rPr lang="en-US" sz="2400" dirty="0"/>
              <a:t> for </a:t>
            </a:r>
            <a:r>
              <a:rPr lang="en-US" sz="2400" b="1" dirty="0"/>
              <a:t>low-resource rural areas</a:t>
            </a:r>
            <a:r>
              <a:rPr lang="en-US" sz="2400" dirty="0"/>
              <a:t>, supporting </a:t>
            </a:r>
            <a:r>
              <a:rPr lang="en-US" sz="2400" b="1" dirty="0"/>
              <a:t>precision agriculture in India</a:t>
            </a:r>
            <a:r>
              <a:rPr lang="en-US" sz="2400" dirty="0"/>
              <a:t>.</a:t>
            </a:r>
            <a:r>
              <a:rPr lang="en-IN" sz="2600" dirty="0"/>
              <a:t>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88ED89-6CE2-1878-F958-F5F16C614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02C51E-C24F-2DF9-7455-5D3D609A6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1      Batch No.   BB7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E4974-64E8-3029-AF29-2817BC350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108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12392" cy="4667250"/>
          </a:xfrm>
        </p:spPr>
        <p:txBody>
          <a:bodyPr>
            <a:normAutofit fontScale="92500"/>
          </a:bodyPr>
          <a:lstStyle/>
          <a:p>
            <a:r>
              <a:rPr lang="en-US" b="1" dirty="0" err="1"/>
              <a:t>GrowSmart</a:t>
            </a:r>
            <a:r>
              <a:rPr lang="en-US" dirty="0"/>
              <a:t> is an intelligent agriculture system that helps farmers make data-driven decisions using </a:t>
            </a:r>
            <a:r>
              <a:rPr lang="en-US" b="1" dirty="0"/>
              <a:t>Machine Learning</a:t>
            </a:r>
            <a:r>
              <a:rPr lang="en-US" dirty="0"/>
              <a:t> and </a:t>
            </a:r>
            <a:r>
              <a:rPr lang="en-US" b="1" dirty="0"/>
              <a:t>Deep Learning</a:t>
            </a:r>
            <a:r>
              <a:rPr lang="en-US" dirty="0"/>
              <a:t> techniques.</a:t>
            </a:r>
          </a:p>
          <a:p>
            <a:r>
              <a:rPr lang="en-US" dirty="0"/>
              <a:t>It allows farmers to get </a:t>
            </a:r>
            <a:r>
              <a:rPr lang="en-US" b="1" dirty="0"/>
              <a:t>crop recommendations</a:t>
            </a:r>
            <a:r>
              <a:rPr lang="en-US" dirty="0"/>
              <a:t>, </a:t>
            </a:r>
            <a:r>
              <a:rPr lang="en-US" b="1" dirty="0"/>
              <a:t>fertilizer suggestions</a:t>
            </a:r>
            <a:r>
              <a:rPr lang="en-US" dirty="0"/>
              <a:t>, and </a:t>
            </a:r>
            <a:r>
              <a:rPr lang="en-US" b="1" dirty="0"/>
              <a:t>disease detection results</a:t>
            </a:r>
            <a:r>
              <a:rPr lang="en-US" dirty="0"/>
              <a:t> through a simple and user-friendly interface. The proposed system introduces a </a:t>
            </a:r>
            <a:r>
              <a:rPr lang="en-US" b="1" dirty="0"/>
              <a:t>Prompt-Guided Sketch Filling</a:t>
            </a:r>
            <a:r>
              <a:rPr lang="en-US" dirty="0"/>
              <a:t> approach to ensure syntactic and semantic accuracy.</a:t>
            </a:r>
          </a:p>
          <a:p>
            <a:r>
              <a:rPr lang="en-US" dirty="0"/>
              <a:t>Using the </a:t>
            </a:r>
            <a:r>
              <a:rPr lang="en-US" b="1" dirty="0"/>
              <a:t>T5 transformer model</a:t>
            </a:r>
            <a:r>
              <a:rPr lang="en-US" dirty="0"/>
              <a:t> with </a:t>
            </a:r>
            <a:r>
              <a:rPr lang="en-US" b="1" dirty="0"/>
              <a:t>schema-aware attention</a:t>
            </a:r>
            <a:r>
              <a:rPr lang="en-US" dirty="0"/>
              <a:t>, the system learns the relation between queries and database structures.</a:t>
            </a:r>
          </a:p>
          <a:p>
            <a:r>
              <a:rPr lang="en-US" dirty="0"/>
              <a:t>Our project aligns with the trend of using </a:t>
            </a:r>
            <a:r>
              <a:rPr lang="en-US" b="1" dirty="0"/>
              <a:t>advanced NLP and deep learning techniques</a:t>
            </a:r>
            <a:r>
              <a:rPr lang="en-US" dirty="0"/>
              <a:t> to make data access more intuitive and intelligent.</a:t>
            </a:r>
          </a:p>
          <a:p>
            <a:pPr algn="just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41334F-F304-F402-6BCD-557819BA4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6FCB64-8655-3FE5-3A63-1D06DCC67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1       Batch No.   BB7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35026-E66F-12F5-FDDA-5C8F6ADB1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575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0"/>
            <a:ext cx="10173182" cy="71845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6561"/>
            <a:ext cx="10515600" cy="581491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3E8CACDC-CE1B-448A-5D5F-BF4D715F95AE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8D3B62-7653-F786-D25A-A1621365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4FA552-215F-21C1-0F03-CE140A93D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68146" y="6460028"/>
            <a:ext cx="4114800" cy="365125"/>
          </a:xfrm>
        </p:spPr>
        <p:txBody>
          <a:bodyPr/>
          <a:lstStyle/>
          <a:p>
            <a:r>
              <a:rPr lang="en-US" dirty="0"/>
              <a:t>Review No.  1       Batch No.   BB7       Department of CSE</a:t>
            </a:r>
            <a:endParaRPr lang="en-IN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D6757A4-DF0D-DA45-33AE-86C71442D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43FE62-EE0B-149C-65EF-A91644595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553158"/>
              </p:ext>
            </p:extLst>
          </p:nvPr>
        </p:nvGraphicFramePr>
        <p:xfrm>
          <a:off x="190831" y="607113"/>
          <a:ext cx="11920303" cy="554736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62367">
                  <a:extLst>
                    <a:ext uri="{9D8B030D-6E8A-4147-A177-3AD203B41FA5}">
                      <a16:colId xmlns:a16="http://schemas.microsoft.com/office/drawing/2014/main" val="52259400"/>
                    </a:ext>
                  </a:extLst>
                </a:gridCol>
                <a:gridCol w="2205688">
                  <a:extLst>
                    <a:ext uri="{9D8B030D-6E8A-4147-A177-3AD203B41FA5}">
                      <a16:colId xmlns:a16="http://schemas.microsoft.com/office/drawing/2014/main" val="4090328895"/>
                    </a:ext>
                  </a:extLst>
                </a:gridCol>
                <a:gridCol w="1515980">
                  <a:extLst>
                    <a:ext uri="{9D8B030D-6E8A-4147-A177-3AD203B41FA5}">
                      <a16:colId xmlns:a16="http://schemas.microsoft.com/office/drawing/2014/main" val="1653506196"/>
                    </a:ext>
                  </a:extLst>
                </a:gridCol>
                <a:gridCol w="2429581">
                  <a:extLst>
                    <a:ext uri="{9D8B030D-6E8A-4147-A177-3AD203B41FA5}">
                      <a16:colId xmlns:a16="http://schemas.microsoft.com/office/drawing/2014/main" val="969301191"/>
                    </a:ext>
                  </a:extLst>
                </a:gridCol>
                <a:gridCol w="1851379">
                  <a:extLst>
                    <a:ext uri="{9D8B030D-6E8A-4147-A177-3AD203B41FA5}">
                      <a16:colId xmlns:a16="http://schemas.microsoft.com/office/drawing/2014/main" val="3395193757"/>
                    </a:ext>
                  </a:extLst>
                </a:gridCol>
                <a:gridCol w="1790678">
                  <a:extLst>
                    <a:ext uri="{9D8B030D-6E8A-4147-A177-3AD203B41FA5}">
                      <a16:colId xmlns:a16="http://schemas.microsoft.com/office/drawing/2014/main" val="4035742713"/>
                    </a:ext>
                  </a:extLst>
                </a:gridCol>
                <a:gridCol w="1664630">
                  <a:extLst>
                    <a:ext uri="{9D8B030D-6E8A-4147-A177-3AD203B41FA5}">
                      <a16:colId xmlns:a16="http://schemas.microsoft.com/office/drawing/2014/main" val="3913847826"/>
                    </a:ext>
                  </a:extLst>
                </a:gridCol>
              </a:tblGrid>
              <a:tr h="45760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</a:rPr>
                        <a:t>S.No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Author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Journal Name &amp; 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Methodology Adapted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Key Findings 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Gaps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080148"/>
                  </a:ext>
                </a:extLst>
              </a:tr>
              <a:tr h="1589567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Assisted Plant Disease Detection, Crop and Fertilizer Recommendation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Raj Kumar, Sejal Gupta, Yash Srivastava, Harsh Srivastava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International Conference on Artificial Intelligence &amp; Smart Agriculture, 2024</a:t>
                      </a:r>
                    </a:p>
                    <a:p>
                      <a:r>
                        <a:rPr lang="en-IN" sz="1600" dirty="0"/>
                        <a:t>https://ieeexplore.ieee.org/document/10592955</a:t>
                      </a:r>
                    </a:p>
                    <a:p>
                      <a:endParaRPr lang="en-IN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Image preprocessing + ML (SVM, RF, </a:t>
                      </a:r>
                      <a:r>
                        <a:rPr lang="en-US" sz="1600" dirty="0" err="1"/>
                        <a:t>XGBoost</a:t>
                      </a:r>
                      <a:r>
                        <a:rPr lang="en-US" sz="1600" dirty="0"/>
                        <a:t>) + </a:t>
                      </a:r>
                      <a:r>
                        <a:rPr lang="en-US" sz="1600" dirty="0" err="1"/>
                        <a:t>ResNet</a:t>
                      </a:r>
                      <a:r>
                        <a:rPr lang="en-US" sz="1600" dirty="0"/>
                        <a:t> for plant disease classification.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 high accuracy (99.32%) for crop, disease, and fertilizer recommendation.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dataset; lacks real-time sensor/IoT integration.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7825340"/>
                  </a:ext>
                </a:extLst>
              </a:tr>
              <a:tr h="1493230">
                <a:tc>
                  <a:txBody>
                    <a:bodyPr/>
                    <a:lstStyle/>
                    <a:p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Crop Recommendation and Yield Prediction using Machine Learning and Deep Learning Models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Anushri T, Suganthi P, Naga Ashwini P, Bhavadharani B 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IEEE International Conference on Innovations in Engineering &amp; Technology, 2024</a:t>
                      </a:r>
                      <a:b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400" dirty="0"/>
                        <a:t>https://ieeexplore.ieee.org/document/10941248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Null value handling, label encoding, and standard scaling.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Random Forest achieved </a:t>
                      </a:r>
                      <a:r>
                        <a:rPr lang="en-US" sz="1600" b="1" dirty="0"/>
                        <a:t>99.3% accuracy</a:t>
                      </a:r>
                      <a:r>
                        <a:rPr lang="en-US" sz="1600" dirty="0"/>
                        <a:t> for crop recommendation;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KNN gave best </a:t>
                      </a:r>
                      <a:r>
                        <a:rPr lang="en-US" sz="1600" b="1" dirty="0"/>
                        <a:t>R² score of 0.985</a:t>
                      </a:r>
                      <a:r>
                        <a:rPr lang="en-US" sz="1600" dirty="0"/>
                        <a:t> for yield prediction.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Deep learning models require more data; lacks real-time deployment and limited scalability.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838409"/>
                  </a:ext>
                </a:extLst>
              </a:tr>
              <a:tr h="86602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Rule-Based Random Forest for Fertilizer Suggestion in Small-Scale Farms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i-FI" sz="1400" dirty="0"/>
                        <a:t>R. Kumar, S. Shah, V. Mehta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Agronomy and AI, 2023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https://ieeexplore.ieee.org/document/10575152</a:t>
                      </a:r>
                      <a:endParaRPr 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Soil-based rule extraction + Random Forest classification.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Accurate fertilizer suggestions for small farms.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Limited dataset; not adaptive to climate changes.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557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723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76B31-A509-EC19-C398-266906196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D799A-04EE-527E-F700-2DB931DD5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A069-8CF8-43D5-890A-A44A98E25D4C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02B4B-C724-FF4B-8DBB-D8AEFD844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 3       Batch No.   AB7       Department of CSE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DA813-0E5A-C4D9-C6DF-5F3FFF9F5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7</a:t>
            </a:fld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5E3FB0-3975-4FCB-57C8-48C4807D2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436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Data Variability:</a:t>
            </a:r>
            <a:r>
              <a:rPr lang="en-US" sz="2400" dirty="0"/>
              <a:t> Existing agricultural models struggle to handle diverse </a:t>
            </a:r>
            <a:r>
              <a:rPr lang="en-US" sz="2400" b="1" dirty="0"/>
              <a:t>soil types, weather conditions, and crop varieties</a:t>
            </a:r>
            <a:r>
              <a:rPr lang="en-US" sz="2400" dirty="0"/>
              <a:t>, reducing prediction accuracy across regions.</a:t>
            </a:r>
          </a:p>
          <a:p>
            <a:r>
              <a:rPr lang="en-US" sz="2400" b="1" dirty="0"/>
              <a:t>Limited Disease Detection Accuracy:</a:t>
            </a:r>
            <a:r>
              <a:rPr lang="en-US" sz="2400" dirty="0"/>
              <a:t> Traditional CNN models like </a:t>
            </a:r>
            <a:r>
              <a:rPr lang="en-US" sz="2400" b="1" dirty="0"/>
              <a:t>ResNet9</a:t>
            </a:r>
            <a:r>
              <a:rPr lang="en-US" sz="2400" dirty="0"/>
              <a:t> often fail to detect multiple plant diseases with high precision under real-world conditions.</a:t>
            </a:r>
          </a:p>
          <a:p>
            <a:r>
              <a:rPr lang="en-US" sz="2400" b="1" dirty="0"/>
              <a:t>Lack of Integration:</a:t>
            </a:r>
            <a:r>
              <a:rPr lang="en-US" sz="2400" dirty="0"/>
              <a:t> Many systems focus on either </a:t>
            </a:r>
            <a:r>
              <a:rPr lang="en-US" sz="2400" b="1" dirty="0"/>
              <a:t>crop prediction</a:t>
            </a:r>
            <a:r>
              <a:rPr lang="en-US" sz="2400" dirty="0"/>
              <a:t> or </a:t>
            </a:r>
            <a:r>
              <a:rPr lang="en-US" sz="2400" b="1" dirty="0"/>
              <a:t>disease detection</a:t>
            </a:r>
            <a:r>
              <a:rPr lang="en-US" sz="2400" dirty="0"/>
              <a:t>, but </a:t>
            </a:r>
            <a:r>
              <a:rPr lang="en-US" sz="2400" b="1" dirty="0"/>
              <a:t>not both</a:t>
            </a:r>
            <a:r>
              <a:rPr lang="en-US" sz="2400" dirty="0"/>
              <a:t>, leading to incomplete agricultural decision support.</a:t>
            </a:r>
          </a:p>
          <a:p>
            <a:r>
              <a:rPr lang="en-US" sz="2400" b="1" dirty="0"/>
              <a:t>Insufficient Real-Time Insights:</a:t>
            </a:r>
            <a:r>
              <a:rPr lang="en-US" sz="2400" dirty="0"/>
              <a:t> Most existing models do not integrate </a:t>
            </a:r>
            <a:r>
              <a:rPr lang="en-US" sz="2400" b="1" dirty="0"/>
              <a:t>real-time weather data</a:t>
            </a:r>
            <a:r>
              <a:rPr lang="en-US" sz="2400" dirty="0"/>
              <a:t>, affecting timely recommendations for farmers.</a:t>
            </a:r>
          </a:p>
          <a:p>
            <a:r>
              <a:rPr lang="en-US" sz="2400" b="1" dirty="0"/>
              <a:t>Low Accessibility:</a:t>
            </a:r>
            <a:r>
              <a:rPr lang="en-US" sz="2400" dirty="0"/>
              <a:t> Advanced AI solutions are often </a:t>
            </a:r>
            <a:r>
              <a:rPr lang="en-US" sz="2400" b="1" dirty="0"/>
              <a:t>not scalable or affordable</a:t>
            </a:r>
            <a:r>
              <a:rPr lang="en-US" sz="2400" dirty="0"/>
              <a:t> for </a:t>
            </a:r>
            <a:r>
              <a:rPr lang="en-US" sz="2400" b="1" dirty="0"/>
              <a:t>rural and low-resource environments</a:t>
            </a:r>
            <a:r>
              <a:rPr lang="en-US" sz="2400" dirty="0"/>
              <a:t>, limiting their practical adoption.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92119F-233E-6AF8-E556-B0BA03A5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7FF025-A324-7CE7-70A0-733944D4D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1       Batch No.   BB7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2C21C-20A4-633C-3CCB-36642694D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3168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Farmers often </a:t>
            </a:r>
            <a:r>
              <a:rPr lang="en-US" sz="2400" b="1" dirty="0"/>
              <a:t>lack access to intelligent tools</a:t>
            </a:r>
            <a:r>
              <a:rPr lang="en-US" sz="2400" dirty="0"/>
              <a:t> that can analyze soil, weather, and crop data effectively.</a:t>
            </a:r>
          </a:p>
          <a:p>
            <a:r>
              <a:rPr lang="en-US" sz="2400" dirty="0"/>
              <a:t>Existing agricultural systems provide </a:t>
            </a:r>
            <a:r>
              <a:rPr lang="en-US" sz="2400" b="1" dirty="0"/>
              <a:t>limited or inaccurate recommendations</a:t>
            </a:r>
            <a:r>
              <a:rPr lang="en-US" sz="2400" dirty="0"/>
              <a:t>, leading to poor crop yield and higher losses.</a:t>
            </a:r>
          </a:p>
          <a:p>
            <a:r>
              <a:rPr lang="en-US" sz="2400" dirty="0"/>
              <a:t>Most current solutions </a:t>
            </a:r>
            <a:r>
              <a:rPr lang="en-US" sz="2400" b="1" dirty="0"/>
              <a:t>do not integrate</a:t>
            </a:r>
            <a:r>
              <a:rPr lang="en-US" sz="2400" dirty="0"/>
              <a:t> crop prediction, fertilizer recommendation, and disease detection into a single unified platform.</a:t>
            </a:r>
          </a:p>
          <a:p>
            <a:r>
              <a:rPr lang="en-US" sz="2400" dirty="0"/>
              <a:t>There is a need for an </a:t>
            </a:r>
            <a:r>
              <a:rPr lang="en-US" sz="2400" b="1" dirty="0"/>
              <a:t>AI-based intelligent system</a:t>
            </a:r>
            <a:r>
              <a:rPr lang="en-US" sz="2400" dirty="0"/>
              <a:t> that combines </a:t>
            </a:r>
            <a:r>
              <a:rPr lang="en-US" sz="2400" b="1" dirty="0"/>
              <a:t>Machine Learning and Deep Learning</a:t>
            </a:r>
            <a:r>
              <a:rPr lang="en-US" sz="2400" dirty="0"/>
              <a:t> to provide </a:t>
            </a:r>
            <a:r>
              <a:rPr lang="en-US" sz="2400" b="1" dirty="0"/>
              <a:t>accurate, data-driven agricultural insights</a:t>
            </a:r>
            <a:r>
              <a:rPr lang="en-US" sz="2400" dirty="0"/>
              <a:t>.</a:t>
            </a:r>
          </a:p>
          <a:p>
            <a:r>
              <a:rPr lang="en-US" sz="2400" dirty="0"/>
              <a:t>The system should be </a:t>
            </a:r>
            <a:r>
              <a:rPr lang="en-US" sz="2400" b="1" dirty="0"/>
              <a:t>scalable, easy to use, and suitable for rural environments</a:t>
            </a:r>
            <a:r>
              <a:rPr lang="en-US" sz="2400" dirty="0"/>
              <a:t> to support precision agriculture in India.</a:t>
            </a:r>
          </a:p>
          <a:p>
            <a:br>
              <a:rPr lang="en-US" sz="2400" dirty="0"/>
            </a:b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59474-7EBD-6FA8-65C2-773D9885C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D55423-4ED6-0AFC-C04D-87146FEAA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1       Batch No.   BB7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BABB6-5FC0-322E-8740-3931DFACA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9738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Develop</a:t>
            </a:r>
            <a:r>
              <a:rPr lang="en-US" sz="2400" dirty="0"/>
              <a:t> an intelligent agriculture support system that leverages </a:t>
            </a:r>
            <a:r>
              <a:rPr lang="en-US" sz="2400" b="1" dirty="0"/>
              <a:t>Machine Learning</a:t>
            </a:r>
            <a:r>
              <a:rPr lang="en-US" sz="2400" dirty="0"/>
              <a:t> and </a:t>
            </a:r>
            <a:r>
              <a:rPr lang="en-US" sz="2400" b="1" dirty="0"/>
              <a:t>Deep Learning</a:t>
            </a:r>
            <a:r>
              <a:rPr lang="en-US" sz="2400" dirty="0"/>
              <a:t> for smart farming.</a:t>
            </a:r>
          </a:p>
          <a:p>
            <a:r>
              <a:rPr lang="en-US" sz="2400" b="1" dirty="0"/>
              <a:t>Design</a:t>
            </a:r>
            <a:r>
              <a:rPr lang="en-US" sz="2400" dirty="0"/>
              <a:t> a model that provides accurate </a:t>
            </a:r>
            <a:r>
              <a:rPr lang="en-US" sz="2400" b="1" dirty="0"/>
              <a:t>crop recommendations</a:t>
            </a:r>
            <a:r>
              <a:rPr lang="en-US" sz="2400" dirty="0"/>
              <a:t> based on soil nutrients (N, P, K), pH, rainfall, and weather conditions.</a:t>
            </a:r>
          </a:p>
          <a:p>
            <a:r>
              <a:rPr lang="en-US" sz="2400" b="1" dirty="0"/>
              <a:t>Implement</a:t>
            </a:r>
            <a:r>
              <a:rPr lang="en-US" sz="2400" dirty="0"/>
              <a:t> an advanced </a:t>
            </a:r>
            <a:r>
              <a:rPr lang="en-US" sz="2400" b="1" dirty="0"/>
              <a:t>plant disease detection</a:t>
            </a:r>
            <a:r>
              <a:rPr lang="en-US" sz="2400" dirty="0"/>
              <a:t> system using </a:t>
            </a:r>
            <a:r>
              <a:rPr lang="en-US" sz="2400" b="1" dirty="0" err="1"/>
              <a:t>EfficientNet</a:t>
            </a:r>
            <a:r>
              <a:rPr lang="en-US" sz="2400" dirty="0"/>
              <a:t> for high-accuracy leaf image classification.</a:t>
            </a:r>
          </a:p>
          <a:p>
            <a:r>
              <a:rPr lang="en-US" sz="2400" b="1" dirty="0"/>
              <a:t>Integrate</a:t>
            </a:r>
            <a:r>
              <a:rPr lang="en-US" sz="2400" dirty="0"/>
              <a:t> both </a:t>
            </a:r>
            <a:r>
              <a:rPr lang="en-US" sz="2400" b="1" dirty="0"/>
              <a:t>prediction and disease detection</a:t>
            </a:r>
            <a:r>
              <a:rPr lang="en-US" sz="2400" dirty="0"/>
              <a:t> modules into a single unified platform for real-time agricultural insights.</a:t>
            </a:r>
          </a:p>
          <a:p>
            <a:r>
              <a:rPr lang="en-US" sz="2400" b="1" dirty="0"/>
              <a:t>Evaluate</a:t>
            </a:r>
            <a:r>
              <a:rPr lang="en-US" sz="2400" dirty="0"/>
              <a:t> system performance using standard metrics such as </a:t>
            </a:r>
            <a:r>
              <a:rPr lang="en-US" sz="2400" b="1" dirty="0"/>
              <a:t>accuracy, precision, and F1-score</a:t>
            </a:r>
            <a:r>
              <a:rPr lang="en-US" sz="2400" dirty="0"/>
              <a:t> on datasets like </a:t>
            </a:r>
            <a:r>
              <a:rPr lang="en-US" sz="2400" b="1" dirty="0"/>
              <a:t>Kaggle Crop Recommendation</a:t>
            </a:r>
            <a:r>
              <a:rPr lang="en-US" sz="2400" dirty="0"/>
              <a:t> and </a:t>
            </a:r>
            <a:r>
              <a:rPr lang="en-US" sz="2400" b="1" dirty="0" err="1"/>
              <a:t>PlantVillage</a:t>
            </a:r>
            <a:r>
              <a:rPr lang="en-US" sz="2400" dirty="0"/>
              <a:t>.</a:t>
            </a:r>
          </a:p>
          <a:p>
            <a:r>
              <a:rPr lang="en-US" sz="2400" b="1" dirty="0"/>
              <a:t>Promote</a:t>
            </a:r>
            <a:r>
              <a:rPr lang="en-US" sz="2400" dirty="0"/>
              <a:t> sustainable and </a:t>
            </a:r>
            <a:r>
              <a:rPr lang="en-US" sz="2400" b="1" dirty="0"/>
              <a:t>data-driven agriculture</a:t>
            </a:r>
            <a:r>
              <a:rPr lang="en-US" sz="2400" dirty="0"/>
              <a:t> practices to assist farmers in improving productivity and reducing losses.</a:t>
            </a:r>
            <a:endParaRPr lang="en-US" sz="2600" dirty="0"/>
          </a:p>
          <a:p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D0A2E5-1D96-2644-AD07-BB26F5C22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B87A48-10C8-D9FC-79B2-BD418572E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1       Batch No.   BB7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10593-8210-1B12-6E36-5D96251AE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123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5"/>
            <a:ext cx="10515600" cy="4419986"/>
          </a:xfrm>
        </p:spPr>
        <p:txBody>
          <a:bodyPr>
            <a:normAutofit/>
          </a:bodyPr>
          <a:lstStyle/>
          <a:p>
            <a:r>
              <a:rPr lang="en-US" sz="2400" b="1" dirty="0"/>
              <a:t>Data Collection:</a:t>
            </a:r>
            <a:r>
              <a:rPr lang="en-US" sz="2400" dirty="0"/>
              <a:t> Used </a:t>
            </a:r>
            <a:r>
              <a:rPr lang="en-US" sz="2400" b="1" dirty="0"/>
              <a:t>Kaggle Crop Recommendation</a:t>
            </a:r>
            <a:r>
              <a:rPr lang="en-US" sz="2400" dirty="0"/>
              <a:t> and </a:t>
            </a:r>
            <a:r>
              <a:rPr lang="en-US" sz="2400" b="1" dirty="0" err="1"/>
              <a:t>PlantVillage</a:t>
            </a:r>
            <a:r>
              <a:rPr lang="en-US" sz="2400" dirty="0"/>
              <a:t> datasets for training and testing.</a:t>
            </a:r>
          </a:p>
          <a:p>
            <a:r>
              <a:rPr lang="en-US" sz="2400" b="1" dirty="0"/>
              <a:t>Data Preprocessing:</a:t>
            </a:r>
            <a:r>
              <a:rPr lang="en-US" sz="2400" dirty="0"/>
              <a:t> Normalized soil data and applied </a:t>
            </a:r>
            <a:r>
              <a:rPr lang="en-US" sz="2400" b="1" dirty="0"/>
              <a:t>image augmentation</a:t>
            </a:r>
            <a:r>
              <a:rPr lang="en-US" sz="2400" dirty="0"/>
              <a:t> for better model performance.</a:t>
            </a:r>
          </a:p>
          <a:p>
            <a:r>
              <a:rPr lang="en-US" sz="2400" b="1" dirty="0"/>
              <a:t>Crop Prediction:</a:t>
            </a:r>
            <a:r>
              <a:rPr lang="en-US" sz="2400" dirty="0"/>
              <a:t> Implemented </a:t>
            </a:r>
            <a:r>
              <a:rPr lang="en-US" sz="2400" b="1" dirty="0"/>
              <a:t>Random Forest</a:t>
            </a:r>
            <a:r>
              <a:rPr lang="en-US" sz="2400" dirty="0"/>
              <a:t> to recommend suitable crops based on soil and weather parameters.</a:t>
            </a:r>
          </a:p>
          <a:p>
            <a:r>
              <a:rPr lang="en-US" sz="2400" b="1" dirty="0"/>
              <a:t>Disease Detection:</a:t>
            </a:r>
            <a:r>
              <a:rPr lang="en-US" sz="2400" dirty="0"/>
              <a:t> Used </a:t>
            </a:r>
            <a:r>
              <a:rPr lang="en-US" sz="2400" b="1" dirty="0"/>
              <a:t>ResNet9 CNN model</a:t>
            </a:r>
            <a:r>
              <a:rPr lang="en-US" sz="2400" dirty="0"/>
              <a:t> for accurate plant leaf disease classification.</a:t>
            </a:r>
          </a:p>
          <a:p>
            <a:r>
              <a:rPr lang="en-US" sz="2400" b="1" dirty="0"/>
              <a:t>System Integration:</a:t>
            </a:r>
            <a:r>
              <a:rPr lang="en-US" sz="2400" dirty="0"/>
              <a:t> Combined both models into a </a:t>
            </a:r>
            <a:r>
              <a:rPr lang="en-US" sz="2400" b="1" dirty="0"/>
              <a:t>Flask-based web app</a:t>
            </a:r>
            <a:r>
              <a:rPr lang="en-US" sz="2400" dirty="0"/>
              <a:t> with a user-friendly interface for farmers.</a:t>
            </a:r>
            <a:endParaRPr lang="en-IN" sz="24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99C30C-63EB-EF97-A751-E264CA054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EEFC3-2038-453C-A4D0-DE431556F5AF}" type="datetime1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6D0FB8-9386-11A3-420F-B6BD7CDDF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1       Batch No.   BB7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D8B02-4971-6AFD-3523-84E9F2181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456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OR FLOW DIAGRAM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51599E77-87CF-CD8C-37E9-2430DE961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0297D37-029A-2D84-2CAD-F10CB6411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1      Batch No.   BB7       Department of CSE</a:t>
            </a:r>
            <a:endParaRPr lang="en-IN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88864D5-3D7D-BD9C-033A-83917455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12</a:t>
            </a:fld>
            <a:endParaRPr lang="en-IN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2A8AD2D-142C-6136-0048-AB9E92CD4F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4301609"/>
              </p:ext>
            </p:extLst>
          </p:nvPr>
        </p:nvGraphicFramePr>
        <p:xfrm>
          <a:off x="13980160" y="6106160"/>
          <a:ext cx="60960" cy="780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C023EF8-A605-1DBB-3165-3CA5189946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493134"/>
            <a:ext cx="10287000" cy="477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029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Hardware Requirements</a:t>
            </a:r>
            <a:endParaRPr lang="en-IN" dirty="0"/>
          </a:p>
          <a:p>
            <a:r>
              <a:rPr lang="en-IN" dirty="0"/>
              <a:t>Processor : Intel Core i7 or above</a:t>
            </a:r>
          </a:p>
          <a:p>
            <a:r>
              <a:rPr lang="en-IN" dirty="0"/>
              <a:t>RAM : 32 GB</a:t>
            </a:r>
          </a:p>
          <a:p>
            <a:r>
              <a:rPr lang="en-IN" dirty="0"/>
              <a:t>GPU : NVIDIA RTX 3060 (12 GB VRAM)</a:t>
            </a:r>
          </a:p>
          <a:p>
            <a:r>
              <a:rPr lang="en-IN" dirty="0"/>
              <a:t>Storage : 512 GB SSD</a:t>
            </a:r>
          </a:p>
          <a:p>
            <a:r>
              <a:rPr lang="en-IN" dirty="0"/>
              <a:t>System Type : 64-bit Operating System</a:t>
            </a:r>
          </a:p>
          <a:p>
            <a:pPr marL="0" indent="0">
              <a:buNone/>
            </a:pPr>
            <a:r>
              <a:rPr lang="en-IN" b="1" dirty="0"/>
              <a:t>Software Requirements</a:t>
            </a:r>
            <a:endParaRPr lang="en-IN" dirty="0"/>
          </a:p>
          <a:p>
            <a:r>
              <a:rPr lang="en-IN" dirty="0"/>
              <a:t>Operating System : Windows 10 / Ubuntu 20.04</a:t>
            </a:r>
          </a:p>
          <a:p>
            <a:r>
              <a:rPr lang="en-IN" dirty="0"/>
              <a:t>Programming Language : Python 3.10</a:t>
            </a:r>
          </a:p>
          <a:p>
            <a:r>
              <a:rPr lang="en-IN" dirty="0"/>
              <a:t>Framework : </a:t>
            </a:r>
            <a:r>
              <a:rPr lang="en-IN" dirty="0" err="1"/>
              <a:t>PyTorch</a:t>
            </a:r>
            <a:r>
              <a:rPr lang="en-IN" dirty="0"/>
              <a:t> + Hugging Face Transformers</a:t>
            </a:r>
          </a:p>
          <a:p>
            <a:r>
              <a:rPr lang="en-IN" dirty="0"/>
              <a:t>Environment : Google Colab Pro</a:t>
            </a:r>
          </a:p>
          <a:p>
            <a:r>
              <a:rPr lang="en-IN" dirty="0"/>
              <a:t>Libraries : NumPy, Pandas, Matplotlib, Scikit-learn, T5Tokenizer</a:t>
            </a: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DBA71-92D9-8A6D-9D6B-04377BA99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3B5A2-F818-84B9-F8FC-4A1BB93B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1      Batch No.   BB7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F0A31-B71C-661A-832E-FC6569D97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0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" y="-609600"/>
            <a:ext cx="10916920" cy="2225040"/>
          </a:xfrm>
        </p:spPr>
        <p:txBody>
          <a:bodyPr>
            <a:normAutofit/>
          </a:bodyPr>
          <a:lstStyle/>
          <a:p>
            <a:pPr algn="ctr"/>
            <a:r>
              <a:rPr lang="en-US" sz="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RESULTS &amp; ANALYSIS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DBA71-92D9-8A6D-9D6B-04377BA99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3B5A2-F818-84B9-F8FC-4A1BB93B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1       Batch No.   BB7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F0A31-B71C-661A-832E-FC6569D97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14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75D7D3-307C-5FBE-2FDD-AAD36DB8D633}"/>
              </a:ext>
            </a:extLst>
          </p:cNvPr>
          <p:cNvSpPr txBox="1"/>
          <p:nvPr/>
        </p:nvSpPr>
        <p:spPr>
          <a:xfrm>
            <a:off x="594360" y="935693"/>
            <a:ext cx="1038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                     A. </a:t>
            </a:r>
            <a:r>
              <a:rPr lang="en-US" sz="3200" dirty="0"/>
              <a:t>Model Training and Validation Performance</a:t>
            </a:r>
            <a:endParaRPr lang="en-IN" sz="3200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CD84C9C-DC56-7A1E-F122-844DF4B6BB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9864749"/>
              </p:ext>
            </p:extLst>
          </p:nvPr>
        </p:nvGraphicFramePr>
        <p:xfrm>
          <a:off x="5449957" y="1908313"/>
          <a:ext cx="5629524" cy="387707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4134678">
                  <a:extLst>
                    <a:ext uri="{9D8B030D-6E8A-4147-A177-3AD203B41FA5}">
                      <a16:colId xmlns:a16="http://schemas.microsoft.com/office/drawing/2014/main" val="2305851182"/>
                    </a:ext>
                  </a:extLst>
                </a:gridCol>
                <a:gridCol w="1494846">
                  <a:extLst>
                    <a:ext uri="{9D8B030D-6E8A-4147-A177-3AD203B41FA5}">
                      <a16:colId xmlns:a16="http://schemas.microsoft.com/office/drawing/2014/main" val="1577498319"/>
                    </a:ext>
                  </a:extLst>
                </a:gridCol>
              </a:tblGrid>
              <a:tr h="5882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 Accuracy 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9919563"/>
                  </a:ext>
                </a:extLst>
              </a:tr>
              <a:tr h="662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Random Forest (Crop Recommendation)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98.4%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1758036"/>
                  </a:ext>
                </a:extLst>
              </a:tr>
              <a:tr h="662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95.7%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915166"/>
                  </a:ext>
                </a:extLst>
              </a:tr>
              <a:tr h="662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92.1%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366370"/>
                  </a:ext>
                </a:extLst>
              </a:tr>
              <a:tr h="662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ResNet-9 (Disease Detection)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81.2%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644480"/>
                  </a:ext>
                </a:extLst>
              </a:tr>
              <a:tr h="6193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Fertilizer Classifier</a:t>
                      </a:r>
                    </a:p>
                    <a:p>
                      <a:pPr algn="ctr"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100%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60231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8D095A7-ED81-E8A0-ED66-459ABE144D77}"/>
              </a:ext>
            </a:extLst>
          </p:cNvPr>
          <p:cNvSpPr txBox="1"/>
          <p:nvPr/>
        </p:nvSpPr>
        <p:spPr>
          <a:xfrm>
            <a:off x="707666" y="1908313"/>
            <a:ext cx="4564049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Key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Crop Recommendation ML model achieved </a:t>
            </a:r>
            <a:r>
              <a:rPr lang="en-US" sz="2400" b="1" dirty="0"/>
              <a:t>near-perfect accuracy</a:t>
            </a:r>
            <a:r>
              <a:rPr lang="en-US" sz="2400" dirty="0"/>
              <a:t> with Random Forest.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Fertilizer model confusion matrix shows </a:t>
            </a:r>
            <a:r>
              <a:rPr lang="en-IN" sz="2400" b="1" dirty="0"/>
              <a:t>0 misclassifications</a:t>
            </a:r>
            <a:r>
              <a:rPr lang="en-IN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ResNet-9 disease detector converged stably with </a:t>
            </a:r>
            <a:r>
              <a:rPr lang="en-US" sz="2400" b="1" dirty="0"/>
              <a:t>increasing validation accuracy</a:t>
            </a:r>
            <a:r>
              <a:rPr lang="en-US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ML and DL models complement each other in the </a:t>
            </a:r>
            <a:r>
              <a:rPr lang="en-US" sz="2400" dirty="0" err="1"/>
              <a:t>GrowSmart</a:t>
            </a:r>
            <a:r>
              <a:rPr lang="en-US" sz="2400" dirty="0"/>
              <a:t> two-stage system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786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DBA71-92D9-8A6D-9D6B-04377BA99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3B5A2-F818-84B9-F8FC-4A1BB93B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1       Batch No.   BB7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F0A31-B71C-661A-832E-FC6569D97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15</a:t>
            </a:fld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75D7D3-307C-5FBE-2FDD-AAD36DB8D633}"/>
              </a:ext>
            </a:extLst>
          </p:cNvPr>
          <p:cNvSpPr txBox="1"/>
          <p:nvPr/>
        </p:nvSpPr>
        <p:spPr>
          <a:xfrm>
            <a:off x="2692400" y="0"/>
            <a:ext cx="78943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/>
              <a:t>B. Training &amp; Validation Performance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26C9E8-7B3B-D078-25D4-0D2ADE84B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6550"/>
            <a:ext cx="5501640" cy="47304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Key Observations</a:t>
            </a:r>
            <a:endParaRPr lang="en-IN" dirty="0"/>
          </a:p>
          <a:p>
            <a:r>
              <a:rPr lang="en-US" dirty="0"/>
              <a:t>Training and validation accuracy for ResNet-9 </a:t>
            </a:r>
            <a:r>
              <a:rPr lang="en-US" b="1" dirty="0"/>
              <a:t>increase steadily</a:t>
            </a:r>
            <a:r>
              <a:rPr lang="en-US" dirty="0"/>
              <a:t> across epochs.</a:t>
            </a:r>
          </a:p>
          <a:p>
            <a:r>
              <a:rPr lang="en-US" dirty="0"/>
              <a:t>Loss decreases consistently → </a:t>
            </a:r>
            <a:r>
              <a:rPr lang="en-US" b="1" dirty="0"/>
              <a:t>no overfitting or divergence</a:t>
            </a:r>
            <a:r>
              <a:rPr lang="en-US" dirty="0"/>
              <a:t>.</a:t>
            </a:r>
          </a:p>
          <a:p>
            <a:r>
              <a:rPr lang="en-US" dirty="0"/>
              <a:t>Validation accuracy curve rises smoothly → </a:t>
            </a:r>
            <a:r>
              <a:rPr lang="en-US" b="1" dirty="0"/>
              <a:t>stable learning</a:t>
            </a:r>
            <a:r>
              <a:rPr lang="en-US" dirty="0"/>
              <a:t>.</a:t>
            </a:r>
          </a:p>
          <a:p>
            <a:r>
              <a:rPr lang="en-US" dirty="0"/>
              <a:t>Training completed quickly due to ResNet-9’s lightweight architecture.</a:t>
            </a:r>
          </a:p>
          <a:p>
            <a:r>
              <a:rPr lang="en-US" b="1" dirty="0"/>
              <a:t>Dataset:</a:t>
            </a:r>
            <a:r>
              <a:rPr lang="en-US" dirty="0"/>
              <a:t> </a:t>
            </a:r>
            <a:r>
              <a:rPr lang="en-US" dirty="0" err="1"/>
              <a:t>PlantVillage</a:t>
            </a:r>
            <a:r>
              <a:rPr lang="en-US" dirty="0"/>
              <a:t> (subset used)</a:t>
            </a:r>
            <a:br>
              <a:rPr lang="en-US" dirty="0"/>
            </a:br>
            <a:r>
              <a:rPr lang="en-US" b="1" dirty="0"/>
              <a:t>Epochs:</a:t>
            </a:r>
            <a:r>
              <a:rPr lang="en-US" dirty="0"/>
              <a:t> 3</a:t>
            </a:r>
            <a:br>
              <a:rPr lang="en-US" dirty="0"/>
            </a:br>
            <a:r>
              <a:rPr lang="en-US" b="1" dirty="0"/>
              <a:t>Learning Rate:</a:t>
            </a:r>
            <a:r>
              <a:rPr lang="en-US" dirty="0"/>
              <a:t> 0.001</a:t>
            </a:r>
            <a:br>
              <a:rPr lang="en-US" dirty="0"/>
            </a:br>
            <a:r>
              <a:rPr lang="en-US" b="1" dirty="0"/>
              <a:t>Batch Size:</a:t>
            </a:r>
            <a:r>
              <a:rPr lang="en-US" dirty="0"/>
              <a:t> 32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5B5639-1DF5-8A6C-0625-24D34E81F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121" y="1625937"/>
            <a:ext cx="5735540" cy="429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56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52F96-764E-69BE-D709-C6BBD279E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60" y="568961"/>
            <a:ext cx="11043920" cy="579119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 C. </a:t>
            </a:r>
            <a:r>
              <a:rPr lang="en-US" dirty="0"/>
              <a:t>Example Output – </a:t>
            </a:r>
            <a:r>
              <a:rPr lang="en-IN" dirty="0" err="1"/>
              <a:t>GrowSmart</a:t>
            </a:r>
            <a:r>
              <a:rPr lang="en-IN" dirty="0"/>
              <a:t> System</a:t>
            </a:r>
            <a:endParaRPr lang="en-IN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C10DF-5BDA-B6C1-E7D8-CCE0ED0FC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53B07-ADFF-9756-E6F2-3802BB5B8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1       Batch No.   BB7       Department of CSE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B0DB2-0271-73F6-DA83-395358119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16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D4983C4-7D2A-B2AD-7BC2-69FBC1176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546"/>
            <a:ext cx="5379720" cy="4351338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Example 1 – Crop Recommendation</a:t>
            </a:r>
          </a:p>
          <a:p>
            <a:r>
              <a:rPr lang="en-IN" b="1" dirty="0"/>
              <a:t>Input:</a:t>
            </a:r>
            <a:r>
              <a:rPr lang="en-IN" dirty="0"/>
              <a:t> N=90, P=42, K=43, Temperature=26°C, Humidity=80%, pH=6.2, Rainfall=110 mm</a:t>
            </a:r>
          </a:p>
          <a:p>
            <a:r>
              <a:rPr lang="en-IN" b="1" dirty="0"/>
              <a:t>Predicted Crop:</a:t>
            </a:r>
            <a:r>
              <a:rPr lang="en-IN" dirty="0"/>
              <a:t> </a:t>
            </a:r>
            <a:r>
              <a:rPr lang="en-IN" b="1" dirty="0"/>
              <a:t>Rice</a:t>
            </a:r>
            <a:endParaRPr lang="en-IN" dirty="0"/>
          </a:p>
          <a:p>
            <a:r>
              <a:rPr lang="en-IN" b="1" dirty="0"/>
              <a:t>Fertilizer Suggestion:</a:t>
            </a:r>
            <a:r>
              <a:rPr lang="en-IN" dirty="0"/>
              <a:t> Urea + Organic Mix</a:t>
            </a:r>
          </a:p>
          <a:p>
            <a:r>
              <a:rPr lang="en-IN" b="1" dirty="0"/>
              <a:t>Example 2 – Disease Detection</a:t>
            </a:r>
          </a:p>
          <a:p>
            <a:r>
              <a:rPr lang="en-IN" b="1" dirty="0"/>
              <a:t>Input Image:</a:t>
            </a:r>
            <a:r>
              <a:rPr lang="en-IN" dirty="0"/>
              <a:t> Leaf with white fungal patches</a:t>
            </a:r>
          </a:p>
          <a:p>
            <a:r>
              <a:rPr lang="en-IN" b="1" dirty="0"/>
              <a:t>Predicted Disease:</a:t>
            </a:r>
            <a:r>
              <a:rPr lang="en-IN" dirty="0"/>
              <a:t> </a:t>
            </a:r>
            <a:r>
              <a:rPr lang="en-IN" b="1" dirty="0"/>
              <a:t>Powdery Mildew</a:t>
            </a:r>
            <a:endParaRPr lang="en-IN" dirty="0"/>
          </a:p>
          <a:p>
            <a:r>
              <a:rPr lang="en-IN" b="1" dirty="0"/>
              <a:t>Action:</a:t>
            </a:r>
            <a:r>
              <a:rPr lang="en-IN" dirty="0"/>
              <a:t> Apply </a:t>
            </a:r>
            <a:r>
              <a:rPr lang="en-IN" dirty="0" err="1"/>
              <a:t>sulfur</a:t>
            </a:r>
            <a:r>
              <a:rPr lang="en-IN" dirty="0"/>
              <a:t> spray / improve ventilation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5C6A29-358F-9AA2-A726-DE71190B09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6744" y="1576546"/>
            <a:ext cx="6196716" cy="394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717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DBA71-92D9-8A6D-9D6B-04377BA994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" y="6356350"/>
            <a:ext cx="2743200" cy="365125"/>
          </a:xfrm>
        </p:spPr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3B5A2-F818-84B9-F8FC-4A1BB93B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1       Batch No.   BB7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F0A31-B71C-661A-832E-FC6569D97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17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75D7D3-307C-5FBE-2FDD-AAD36DB8D633}"/>
              </a:ext>
            </a:extLst>
          </p:cNvPr>
          <p:cNvSpPr txBox="1"/>
          <p:nvPr/>
        </p:nvSpPr>
        <p:spPr>
          <a:xfrm>
            <a:off x="777240" y="579439"/>
            <a:ext cx="10637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/>
              <a:t>D. Error Analysis / Ablation Study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AE26A2-6349-B04C-BDC3-BF09CA64D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881"/>
            <a:ext cx="5654040" cy="474471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Key Findings</a:t>
            </a:r>
          </a:p>
          <a:p>
            <a:r>
              <a:rPr lang="en-US" dirty="0"/>
              <a:t>Removing </a:t>
            </a:r>
            <a:r>
              <a:rPr lang="en-US" b="1" dirty="0"/>
              <a:t>NPK parameters</a:t>
            </a:r>
            <a:r>
              <a:rPr lang="en-US" dirty="0"/>
              <a:t> reduces accuracy</a:t>
            </a:r>
          </a:p>
          <a:p>
            <a:pPr marL="0" indent="0">
              <a:buNone/>
            </a:pPr>
            <a:r>
              <a:rPr lang="en-US" dirty="0"/>
              <a:t>   drastically for crop model.</a:t>
            </a:r>
          </a:p>
          <a:p>
            <a:r>
              <a:rPr lang="en-US" dirty="0"/>
              <a:t>Removing </a:t>
            </a:r>
            <a:r>
              <a:rPr lang="en-US" b="1" dirty="0"/>
              <a:t>pH or rainfall</a:t>
            </a:r>
            <a:r>
              <a:rPr lang="en-US" dirty="0"/>
              <a:t> reduces accuracy </a:t>
            </a:r>
          </a:p>
          <a:p>
            <a:pPr marL="0" indent="0">
              <a:buNone/>
            </a:pPr>
            <a:r>
              <a:rPr lang="en-US" dirty="0"/>
              <a:t>     6–10%.</a:t>
            </a:r>
          </a:p>
          <a:p>
            <a:r>
              <a:rPr lang="en-US" dirty="0"/>
              <a:t>Disease detection errors mainly occur with:</a:t>
            </a:r>
          </a:p>
          <a:p>
            <a:pPr lvl="1"/>
            <a:r>
              <a:rPr lang="en-US" dirty="0"/>
              <a:t>Low-light or blurry images</a:t>
            </a:r>
          </a:p>
          <a:p>
            <a:pPr lvl="1"/>
            <a:r>
              <a:rPr lang="en-US" dirty="0"/>
              <a:t>Overlapping leaves</a:t>
            </a:r>
          </a:p>
          <a:p>
            <a:pPr lvl="1"/>
            <a:r>
              <a:rPr lang="en-US" dirty="0"/>
              <a:t>Very mild early-stage infections</a:t>
            </a:r>
          </a:p>
          <a:p>
            <a:pPr marL="0" indent="0">
              <a:buNone/>
            </a:pPr>
            <a:r>
              <a:rPr lang="en-US" b="1" dirty="0"/>
              <a:t>Main Error Cases</a:t>
            </a:r>
          </a:p>
          <a:p>
            <a:r>
              <a:rPr lang="en-US" dirty="0"/>
              <a:t>Similar diseases (e.g., blight vs leaf spot)</a:t>
            </a:r>
          </a:p>
          <a:p>
            <a:pPr marL="0" indent="0">
              <a:buNone/>
            </a:pPr>
            <a:r>
              <a:rPr lang="en-US" dirty="0"/>
              <a:t>    confuse the DL model.</a:t>
            </a:r>
          </a:p>
          <a:p>
            <a:r>
              <a:rPr lang="en-US" dirty="0"/>
              <a:t>Nutrient values near class boundaries may</a:t>
            </a:r>
          </a:p>
          <a:p>
            <a:pPr marL="0" indent="0">
              <a:buNone/>
            </a:pPr>
            <a:r>
              <a:rPr lang="en-US" dirty="0"/>
              <a:t>    mislead the crop model.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C3CEBD-3894-D58B-CE28-1984F1C21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311" y="1507630"/>
            <a:ext cx="5347252" cy="468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07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DBA71-92D9-8A6D-9D6B-04377BA99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11-11-2005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3B5A2-F818-84B9-F8FC-4A1BB93B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1       Batch No.   BB7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F0A31-B71C-661A-832E-FC6569D97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18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75D7D3-307C-5FBE-2FDD-AAD36DB8D633}"/>
              </a:ext>
            </a:extLst>
          </p:cNvPr>
          <p:cNvSpPr txBox="1"/>
          <p:nvPr/>
        </p:nvSpPr>
        <p:spPr>
          <a:xfrm>
            <a:off x="2824213" y="907032"/>
            <a:ext cx="54864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 dirty="0"/>
              <a:t>CONCLUSION </a:t>
            </a:r>
            <a:endParaRPr lang="en-IN" sz="3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BB659D-AC4B-A823-6544-298B85022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54913"/>
            <a:ext cx="10515601" cy="3996055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A </a:t>
            </a:r>
            <a:r>
              <a:rPr lang="en-US" b="1" dirty="0" err="1"/>
              <a:t>GrowSmart</a:t>
            </a:r>
            <a:r>
              <a:rPr lang="en-US" b="1" dirty="0"/>
              <a:t> intelligent agriculture system</a:t>
            </a:r>
            <a:r>
              <a:rPr lang="en-US" dirty="0"/>
              <a:t> was developed using </a:t>
            </a:r>
            <a:r>
              <a:rPr lang="en-US" b="1" dirty="0"/>
              <a:t>Machine Learning</a:t>
            </a:r>
            <a:r>
              <a:rPr lang="en-US" dirty="0"/>
              <a:t> and </a:t>
            </a:r>
            <a:r>
              <a:rPr lang="en-US" b="1" dirty="0"/>
              <a:t>Deep Learning</a:t>
            </a:r>
            <a:r>
              <a:rPr lang="en-US" dirty="0"/>
              <a:t> techniques.</a:t>
            </a:r>
            <a:endParaRPr lang="en-IN" dirty="0"/>
          </a:p>
          <a:p>
            <a:r>
              <a:rPr lang="en-US" dirty="0"/>
              <a:t>The system provides accurate </a:t>
            </a:r>
            <a:r>
              <a:rPr lang="en-US" b="1" dirty="0"/>
              <a:t>crop recommendations</a:t>
            </a:r>
            <a:r>
              <a:rPr lang="en-US" dirty="0"/>
              <a:t> using soil and weather parameters through a </a:t>
            </a:r>
            <a:r>
              <a:rPr lang="en-US" b="1" dirty="0"/>
              <a:t>Random Forest model</a:t>
            </a:r>
            <a:r>
              <a:rPr lang="en-US" dirty="0"/>
              <a:t>.</a:t>
            </a:r>
          </a:p>
          <a:p>
            <a:r>
              <a:rPr lang="en-US" b="1" dirty="0"/>
              <a:t>Plant disease detection</a:t>
            </a:r>
            <a:r>
              <a:rPr lang="en-US" dirty="0"/>
              <a:t> is implemented using </a:t>
            </a:r>
            <a:r>
              <a:rPr lang="en-US" b="1" dirty="0"/>
              <a:t>ResNet9</a:t>
            </a:r>
            <a:r>
              <a:rPr lang="en-US" dirty="0"/>
              <a:t>, ensuring reliable and efficient leaf image classification.</a:t>
            </a:r>
          </a:p>
          <a:p>
            <a:r>
              <a:rPr lang="en-US" dirty="0"/>
              <a:t>The integrated system helps farmers </a:t>
            </a:r>
            <a:r>
              <a:rPr lang="en-US" b="1" dirty="0"/>
              <a:t>make data-driven decisions</a:t>
            </a:r>
            <a:r>
              <a:rPr lang="en-US" dirty="0"/>
              <a:t>, improving productivity and minimizing crop losses.</a:t>
            </a:r>
          </a:p>
          <a:p>
            <a:r>
              <a:rPr lang="en-US" dirty="0"/>
              <a:t>Demonstrates that </a:t>
            </a:r>
            <a:r>
              <a:rPr lang="en-US" b="1" dirty="0"/>
              <a:t>AI-based smart farming solutions</a:t>
            </a:r>
            <a:r>
              <a:rPr lang="en-US" dirty="0"/>
              <a:t> can effectively promote </a:t>
            </a:r>
            <a:r>
              <a:rPr lang="en-US" b="1" dirty="0"/>
              <a:t>precision agriculture</a:t>
            </a:r>
            <a:r>
              <a:rPr lang="en-US" dirty="0"/>
              <a:t> and support sustainable farming practices in India.</a:t>
            </a:r>
            <a:endParaRPr lang="en-IN" dirty="0"/>
          </a:p>
          <a:p>
            <a:pPr marL="0" indent="0">
              <a:buNone/>
            </a:pP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3629258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9229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Integration with IoT sensors</a:t>
            </a:r>
            <a:r>
              <a:rPr lang="en-US" dirty="0"/>
              <a:t> to collect real-time soil moisture, temperature, and humidity data for dynamic decision-making.</a:t>
            </a:r>
          </a:p>
          <a:p>
            <a:r>
              <a:rPr lang="en-US" b="1" dirty="0"/>
              <a:t>Collaboration with government and agricultural agencies</a:t>
            </a:r>
            <a:r>
              <a:rPr lang="en-US" dirty="0"/>
              <a:t> to scale the solution for </a:t>
            </a:r>
            <a:r>
              <a:rPr lang="en-US" b="1" dirty="0"/>
              <a:t>nationwide smart farming initiatives</a:t>
            </a:r>
            <a:r>
              <a:rPr lang="en-US" dirty="0"/>
              <a:t>.</a:t>
            </a:r>
          </a:p>
          <a:p>
            <a:r>
              <a:rPr lang="en-US" b="1" dirty="0"/>
              <a:t>Deployment as a mobile or web application</a:t>
            </a:r>
            <a:r>
              <a:rPr lang="en-US" dirty="0"/>
              <a:t> to make the system easily accessible for farmers in rural areas.</a:t>
            </a:r>
          </a:p>
          <a:p>
            <a:r>
              <a:rPr lang="en-US" b="1" dirty="0"/>
              <a:t>Expansion of disease detection</a:t>
            </a:r>
            <a:r>
              <a:rPr lang="en-US" dirty="0"/>
              <a:t> by training on a wider range of crop species and diseases for broader applicability.</a:t>
            </a:r>
          </a:p>
          <a:p>
            <a:r>
              <a:rPr lang="en-US" b="1" dirty="0"/>
              <a:t>Incorporation of satellite imagery and drone data</a:t>
            </a:r>
            <a:r>
              <a:rPr lang="en-US" dirty="0"/>
              <a:t> for large-scale crop health and yield monitoring.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99C30C-63EB-EF97-A751-E264CA054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6D0FB8-9386-11A3-420F-B6BD7CDDF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1       Batch No.   BB7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D8B02-4971-6AFD-3523-84E9F2181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310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044" y="1825625"/>
            <a:ext cx="10364755" cy="4200422"/>
          </a:xfrm>
        </p:spPr>
        <p:txBody>
          <a:bodyPr>
            <a:noAutofit/>
          </a:bodyPr>
          <a:lstStyle/>
          <a:p>
            <a:r>
              <a:rPr lang="en-US" sz="1900" dirty="0"/>
              <a:t>R. Kumar, S. Shah, and V. Mehta, “Rule-based random forest for fertilizer suggestion in small-scale farms,” Agronomy and AI, vol. 8, no. 1, pp. 47–56, 2023</a:t>
            </a:r>
            <a:r>
              <a:rPr lang="en-IN" sz="1900" dirty="0"/>
              <a:t>7-1144</a:t>
            </a:r>
          </a:p>
          <a:p>
            <a:r>
              <a:rPr lang="en-US" sz="1900" dirty="0"/>
              <a:t>H. Afzal et al., “Incorporating soil information with machine learning for optimal crop recommendation,” Scientific Reports, Nature, 2025, doi:10.1038/s41598-025-88676-z.</a:t>
            </a:r>
            <a:endParaRPr lang="en-IN" sz="1900" dirty="0"/>
          </a:p>
          <a:p>
            <a:r>
              <a:rPr lang="en-US" sz="1900" dirty="0"/>
              <a:t>M. </a:t>
            </a:r>
            <a:r>
              <a:rPr lang="en-US" sz="1900" dirty="0" err="1"/>
              <a:t>Zaborowicz</a:t>
            </a:r>
            <a:r>
              <a:rPr lang="en-US" sz="1900" dirty="0"/>
              <a:t> and J. Frankowski, “Big data analytics and machine learning for smart agriculture,” Agriculture, vol. 15, no. 7, Article 757,2025.</a:t>
            </a:r>
            <a:endParaRPr lang="en-IN" sz="1900" dirty="0"/>
          </a:p>
          <a:p>
            <a:r>
              <a:rPr lang="en-IN" sz="1900" dirty="0"/>
              <a:t>F</a:t>
            </a:r>
            <a:r>
              <a:rPr lang="en-US" sz="1900" dirty="0"/>
              <a:t>. Mishra, S. Dey, and I. Ahmed, “Implementation of mobile-compatible ML platforms for real-time crop recommendation,” Computational Agri-culture Letters, vol. 13, no. 3, pp. 154–162, 2024.</a:t>
            </a:r>
          </a:p>
          <a:p>
            <a:r>
              <a:rPr lang="en-IN" sz="1900" dirty="0"/>
              <a:t>T. Muthukrishnan et al., “IoT-enabled smart fertilizer recommendation system using machine learning,” International Journal of Creative Research Thoughts (IJCRT), vol. 13, no. 3, pp. 124–138, 2025.</a:t>
            </a:r>
          </a:p>
          <a:p>
            <a:pPr marL="0" indent="0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7D4D0-1594-A7E9-4A9E-6422A1808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11-11-2025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F60856-5F1B-DE48-4BE8-299422E90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1       Batch No.   BB7       Department of CSE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DFAF6-635B-204A-9D63-FAA89967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494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2DA64-5B77-D287-BEE9-A6A17B6D2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28E91-737C-535B-631F-25FB5AE70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30472"/>
          </a:xfrm>
        </p:spPr>
        <p:txBody>
          <a:bodyPr>
            <a:normAutofit fontScale="92500" lnSpcReduction="20000"/>
          </a:bodyPr>
          <a:lstStyle/>
          <a:p>
            <a:r>
              <a:rPr lang="en-US" sz="2000" b="1" dirty="0"/>
              <a:t>A. Gupta, R. Verma, and S. Patel</a:t>
            </a:r>
            <a:r>
              <a:rPr lang="en-US" sz="2000" dirty="0"/>
              <a:t>, “Deep learning-based plant disease detection using optimized CNN architectures,” </a:t>
            </a:r>
            <a:r>
              <a:rPr lang="en-US" sz="2000" i="1" dirty="0"/>
              <a:t>Computers and Electronics in Agriculture</a:t>
            </a:r>
            <a:r>
              <a:rPr lang="en-US" sz="2000" dirty="0"/>
              <a:t>, 2023.</a:t>
            </a:r>
          </a:p>
          <a:p>
            <a:r>
              <a:rPr lang="en-IN" sz="2000" b="1" dirty="0"/>
              <a:t>Y. Jin, K. Huang, and P. Li</a:t>
            </a:r>
            <a:r>
              <a:rPr lang="en-IN" sz="2000" dirty="0"/>
              <a:t>, “Multi-modal data fusion using ML for precision agriculture,” </a:t>
            </a:r>
            <a:r>
              <a:rPr lang="en-IN" sz="2000" i="1" dirty="0"/>
              <a:t>IEEE Access</a:t>
            </a:r>
            <a:r>
              <a:rPr lang="en-IN" sz="2000" dirty="0"/>
              <a:t>, 2024.</a:t>
            </a:r>
          </a:p>
          <a:p>
            <a:r>
              <a:rPr lang="en-US" sz="2000" b="1" dirty="0"/>
              <a:t>S. Banerjee and K. Roy</a:t>
            </a:r>
            <a:r>
              <a:rPr lang="en-US" sz="2000" dirty="0"/>
              <a:t>, “Automated NPK prediction from soil datasets using ensemble ML,” </a:t>
            </a:r>
            <a:r>
              <a:rPr lang="en-US" sz="2000" i="1" dirty="0"/>
              <a:t>Journal of Soil Systems and Environment</a:t>
            </a:r>
            <a:r>
              <a:rPr lang="en-US" sz="2000" dirty="0"/>
              <a:t>, 2024.</a:t>
            </a:r>
          </a:p>
          <a:p>
            <a:r>
              <a:rPr lang="en-US" sz="2000" b="1" dirty="0"/>
              <a:t>L. Thomas, M. George, and H. R. Pillai</a:t>
            </a:r>
            <a:r>
              <a:rPr lang="en-US" sz="2000" dirty="0"/>
              <a:t>, “Cloud-integrated smart farming platform,” </a:t>
            </a:r>
            <a:r>
              <a:rPr lang="en-US" sz="2000" i="1" dirty="0"/>
              <a:t>International Journal of Agricultural Informatics</a:t>
            </a:r>
            <a:r>
              <a:rPr lang="en-US" sz="2000" dirty="0"/>
              <a:t>, 2025.</a:t>
            </a:r>
          </a:p>
          <a:p>
            <a:r>
              <a:rPr lang="en-IN" sz="2000" b="1" dirty="0"/>
              <a:t>P. R. Deshmukh, A. Wani, and K. Shinde</a:t>
            </a:r>
            <a:r>
              <a:rPr lang="en-IN" sz="2000" dirty="0"/>
              <a:t>, “Hybrid CNN-ResNet models for leaf disease classification,” </a:t>
            </a:r>
            <a:r>
              <a:rPr lang="en-IN" sz="2000" i="1" dirty="0"/>
              <a:t>Procedia Computer Science</a:t>
            </a:r>
            <a:r>
              <a:rPr lang="en-IN" sz="2000" dirty="0"/>
              <a:t>, 2024.</a:t>
            </a:r>
            <a:endParaRPr lang="en-US" sz="2000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ADB85-AF37-BE74-B9AA-BB03EA789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A069-8CF8-43D5-890A-A44A98E25D4C}" type="datetime1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FF835-F7C5-08FE-9C7E-2CBAB2EFC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No.  3       Batch No.   AB7       Department of CSE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A8CF0-2131-312D-2BE4-21FD30470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79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and ANSWERS</a:t>
            </a:r>
          </a:p>
        </p:txBody>
      </p:sp>
      <p:pic>
        <p:nvPicPr>
          <p:cNvPr id="2052" name="Picture 4" descr="Blog | Heaps and Doyle">
            <a:extLst>
              <a:ext uri="{FF2B5EF4-FFF2-40B4-BE49-F238E27FC236}">
                <a16:creationId xmlns:a16="http://schemas.microsoft.com/office/drawing/2014/main" id="{54CD5505-2B75-CFEE-DC85-79BD8FDC2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4752" y="1493134"/>
            <a:ext cx="5522495" cy="4289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FAADC-11B5-8808-6718-EFB017184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7E762-5293-45E7-9A60-7F18C622639D}" type="datetime1">
              <a:rPr lang="en-IN" smtClean="0"/>
              <a:t>04-12-2025</a:t>
            </a:fld>
            <a:endParaRPr lang="en-IN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23FA5AB-27AF-1711-3A14-CE1A5C363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1       Batch No.   BB7       Department of CSE</a:t>
            </a:r>
            <a:endParaRPr lang="en-IN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358B7F6-8401-A28E-978F-89E42A28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977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ACKNOWLEGEMENTS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1EB2360-2A4C-D175-77EC-361B2F321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5957" y="2045368"/>
            <a:ext cx="4002504" cy="3189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919F-39F6-9EF3-D345-D0B69071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7CD84-5468-4CD1-8B02-A1E73E7AE03D}" type="datetime1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0C236-7B98-FEC3-C82B-4A166D31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No.  1       Batch No.   BB7       Department of CSE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9906E61-DB52-9F5D-503A-42A52C413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BD69-296B-4D7C-AF62-9B588FC78772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91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2727</TotalTime>
  <Words>2256</Words>
  <Application>Microsoft Office PowerPoint</Application>
  <PresentationFormat>Widescreen</PresentationFormat>
  <Paragraphs>273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Wingdings</vt:lpstr>
      <vt:lpstr>Office Theme</vt:lpstr>
      <vt:lpstr>GrowSmart Dual-Stage Machine Learning and Deep Learning Framework for Urban Agriculture</vt:lpstr>
      <vt:lpstr>PowerPoint Presentation</vt:lpstr>
      <vt:lpstr>OUTLINE</vt:lpstr>
      <vt:lpstr>ABSTRACT</vt:lpstr>
      <vt:lpstr>INTRODUCTION</vt:lpstr>
      <vt:lpstr>LITERATURE SURVEY</vt:lpstr>
      <vt:lpstr>PowerPoint Presentation</vt:lpstr>
      <vt:lpstr>RESEARCH GAPS</vt:lpstr>
      <vt:lpstr>PROBLEM STATEMENT</vt:lpstr>
      <vt:lpstr>OBJECTIVES</vt:lpstr>
      <vt:lpstr>METHODOLOGY</vt:lpstr>
      <vt:lpstr>BLOCK DIAGRAM OR FLOW DIAGRAM</vt:lpstr>
      <vt:lpstr>IMPLEMENTATION</vt:lpstr>
      <vt:lpstr>           RESULTS &amp; ANALYSIS</vt:lpstr>
      <vt:lpstr>PowerPoint Presentation</vt:lpstr>
      <vt:lpstr> C. Example Output – GrowSmart System</vt:lpstr>
      <vt:lpstr>PowerPoint Presentation</vt:lpstr>
      <vt:lpstr>PowerPoint Presentation</vt:lpstr>
      <vt:lpstr>FUTURE SCOPE</vt:lpstr>
      <vt:lpstr>REFERENCES</vt:lpstr>
      <vt:lpstr>REFERENCES</vt:lpstr>
      <vt:lpstr>QUESTIONS and ANSWERS</vt:lpstr>
      <vt:lpstr>ACKNOWLEGEMENTS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dc:creator>admin</dc:creator>
  <cp:lastModifiedBy>Arshu Nayeem</cp:lastModifiedBy>
  <cp:revision>26</cp:revision>
  <dcterms:created xsi:type="dcterms:W3CDTF">2023-12-22T11:34:02Z</dcterms:created>
  <dcterms:modified xsi:type="dcterms:W3CDTF">2025-12-04T16:01:25Z</dcterms:modified>
</cp:coreProperties>
</file>